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785" y="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3CA73E-1583-435C-A7FA-FF9FAF02A9A5}" type="doc">
      <dgm:prSet loTypeId="urn:microsoft.com/office/officeart/2005/8/layout/hierarchy1" loCatId="hierarchy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32A0F8BF-F638-419C-9E6D-DC66E4039A1C}">
      <dgm:prSet/>
      <dgm:spPr/>
      <dgm:t>
        <a:bodyPr/>
        <a:lstStyle/>
        <a:p>
          <a:r>
            <a:rPr lang="en-US"/>
            <a:t>Running Python files</a:t>
          </a:r>
        </a:p>
      </dgm:t>
    </dgm:pt>
    <dgm:pt modelId="{652C2B02-3C84-491A-BDA0-9690BB0127ED}" type="parTrans" cxnId="{EF6E3C7E-38E9-447B-ACDD-8D8B4A2DA7E6}">
      <dgm:prSet/>
      <dgm:spPr/>
      <dgm:t>
        <a:bodyPr/>
        <a:lstStyle/>
        <a:p>
          <a:endParaRPr lang="en-US"/>
        </a:p>
      </dgm:t>
    </dgm:pt>
    <dgm:pt modelId="{2D6AFA1B-B378-4219-A587-DEC5E91530A2}" type="sibTrans" cxnId="{EF6E3C7E-38E9-447B-ACDD-8D8B4A2DA7E6}">
      <dgm:prSet/>
      <dgm:spPr/>
      <dgm:t>
        <a:bodyPr/>
        <a:lstStyle/>
        <a:p>
          <a:endParaRPr lang="en-US"/>
        </a:p>
      </dgm:t>
    </dgm:pt>
    <dgm:pt modelId="{5E758F33-2326-476E-BCD7-E79CCA4D2035}">
      <dgm:prSet/>
      <dgm:spPr/>
      <dgm:t>
        <a:bodyPr/>
        <a:lstStyle/>
        <a:p>
          <a:r>
            <a:rPr lang="en-US"/>
            <a:t>Using VS Code &amp; Terminal</a:t>
          </a:r>
        </a:p>
      </dgm:t>
    </dgm:pt>
    <dgm:pt modelId="{F4ED381F-B163-42E6-8FAB-AD59D4EB62BB}" type="parTrans" cxnId="{F5C20848-47BC-4E95-897C-174BEF45609D}">
      <dgm:prSet/>
      <dgm:spPr/>
      <dgm:t>
        <a:bodyPr/>
        <a:lstStyle/>
        <a:p>
          <a:endParaRPr lang="en-US"/>
        </a:p>
      </dgm:t>
    </dgm:pt>
    <dgm:pt modelId="{D651C2F8-F035-4425-8336-F108339B9D93}" type="sibTrans" cxnId="{F5C20848-47BC-4E95-897C-174BEF45609D}">
      <dgm:prSet/>
      <dgm:spPr/>
      <dgm:t>
        <a:bodyPr/>
        <a:lstStyle/>
        <a:p>
          <a:endParaRPr lang="en-US"/>
        </a:p>
      </dgm:t>
    </dgm:pt>
    <dgm:pt modelId="{2F282416-23DF-4CE7-8589-1829937D8A3E}">
      <dgm:prSet/>
      <dgm:spPr/>
      <dgm:t>
        <a:bodyPr/>
        <a:lstStyle/>
        <a:p>
          <a:r>
            <a:rPr lang="en-US"/>
            <a:t>print(), variables</a:t>
          </a:r>
        </a:p>
      </dgm:t>
    </dgm:pt>
    <dgm:pt modelId="{F24A0EE0-531F-408E-9F8A-E3C56BEA26BC}" type="parTrans" cxnId="{4C0B142E-D636-439D-9E95-35B54A4FAC3B}">
      <dgm:prSet/>
      <dgm:spPr/>
      <dgm:t>
        <a:bodyPr/>
        <a:lstStyle/>
        <a:p>
          <a:endParaRPr lang="en-US"/>
        </a:p>
      </dgm:t>
    </dgm:pt>
    <dgm:pt modelId="{AC253275-0B8E-4360-BD06-BC1B0D5D9F07}" type="sibTrans" cxnId="{4C0B142E-D636-439D-9E95-35B54A4FAC3B}">
      <dgm:prSet/>
      <dgm:spPr/>
      <dgm:t>
        <a:bodyPr/>
        <a:lstStyle/>
        <a:p>
          <a:endParaRPr lang="en-US"/>
        </a:p>
      </dgm:t>
    </dgm:pt>
    <dgm:pt modelId="{CFE596A0-FC36-447B-A955-13FFC10C5E78}" type="pres">
      <dgm:prSet presAssocID="{B93CA73E-1583-435C-A7FA-FF9FAF02A9A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A298EB6-DB8F-4152-AB1B-D89A25EF8916}" type="pres">
      <dgm:prSet presAssocID="{32A0F8BF-F638-419C-9E6D-DC66E4039A1C}" presName="hierRoot1" presStyleCnt="0"/>
      <dgm:spPr/>
    </dgm:pt>
    <dgm:pt modelId="{1C2F6422-B101-4779-8B2D-0DBA54E37772}" type="pres">
      <dgm:prSet presAssocID="{32A0F8BF-F638-419C-9E6D-DC66E4039A1C}" presName="composite" presStyleCnt="0"/>
      <dgm:spPr/>
    </dgm:pt>
    <dgm:pt modelId="{0A45EF63-4C70-4F6E-BF6E-32BCDEE2248F}" type="pres">
      <dgm:prSet presAssocID="{32A0F8BF-F638-419C-9E6D-DC66E4039A1C}" presName="background" presStyleLbl="node0" presStyleIdx="0" presStyleCnt="3"/>
      <dgm:spPr/>
    </dgm:pt>
    <dgm:pt modelId="{EF82792A-1833-4C5E-ABB2-2D368D456B1C}" type="pres">
      <dgm:prSet presAssocID="{32A0F8BF-F638-419C-9E6D-DC66E4039A1C}" presName="text" presStyleLbl="fgAcc0" presStyleIdx="0" presStyleCnt="3">
        <dgm:presLayoutVars>
          <dgm:chPref val="3"/>
        </dgm:presLayoutVars>
      </dgm:prSet>
      <dgm:spPr/>
    </dgm:pt>
    <dgm:pt modelId="{915424E5-47D3-47BD-91BD-5010952F446A}" type="pres">
      <dgm:prSet presAssocID="{32A0F8BF-F638-419C-9E6D-DC66E4039A1C}" presName="hierChild2" presStyleCnt="0"/>
      <dgm:spPr/>
    </dgm:pt>
    <dgm:pt modelId="{05929CB7-6FE3-42BD-88C2-7015D7A0BAE4}" type="pres">
      <dgm:prSet presAssocID="{5E758F33-2326-476E-BCD7-E79CCA4D2035}" presName="hierRoot1" presStyleCnt="0"/>
      <dgm:spPr/>
    </dgm:pt>
    <dgm:pt modelId="{7F9B251E-DF93-4BA5-8E66-AD2AC08B1BB0}" type="pres">
      <dgm:prSet presAssocID="{5E758F33-2326-476E-BCD7-E79CCA4D2035}" presName="composite" presStyleCnt="0"/>
      <dgm:spPr/>
    </dgm:pt>
    <dgm:pt modelId="{DD1C8A50-0D9C-44A2-B85E-7EB852405AD4}" type="pres">
      <dgm:prSet presAssocID="{5E758F33-2326-476E-BCD7-E79CCA4D2035}" presName="background" presStyleLbl="node0" presStyleIdx="1" presStyleCnt="3"/>
      <dgm:spPr/>
    </dgm:pt>
    <dgm:pt modelId="{7BBCC226-4134-43D4-ADB0-B09A871979B5}" type="pres">
      <dgm:prSet presAssocID="{5E758F33-2326-476E-BCD7-E79CCA4D2035}" presName="text" presStyleLbl="fgAcc0" presStyleIdx="1" presStyleCnt="3">
        <dgm:presLayoutVars>
          <dgm:chPref val="3"/>
        </dgm:presLayoutVars>
      </dgm:prSet>
      <dgm:spPr/>
    </dgm:pt>
    <dgm:pt modelId="{326DCBA5-EFEF-4B85-9656-AD737B4F10AD}" type="pres">
      <dgm:prSet presAssocID="{5E758F33-2326-476E-BCD7-E79CCA4D2035}" presName="hierChild2" presStyleCnt="0"/>
      <dgm:spPr/>
    </dgm:pt>
    <dgm:pt modelId="{3C184E91-1CD3-4193-93B0-5FB7221187E0}" type="pres">
      <dgm:prSet presAssocID="{2F282416-23DF-4CE7-8589-1829937D8A3E}" presName="hierRoot1" presStyleCnt="0"/>
      <dgm:spPr/>
    </dgm:pt>
    <dgm:pt modelId="{05480C32-AFDF-4F73-BC56-752D549E1CD4}" type="pres">
      <dgm:prSet presAssocID="{2F282416-23DF-4CE7-8589-1829937D8A3E}" presName="composite" presStyleCnt="0"/>
      <dgm:spPr/>
    </dgm:pt>
    <dgm:pt modelId="{937484A6-4B94-4435-973E-109EB06F088F}" type="pres">
      <dgm:prSet presAssocID="{2F282416-23DF-4CE7-8589-1829937D8A3E}" presName="background" presStyleLbl="node0" presStyleIdx="2" presStyleCnt="3"/>
      <dgm:spPr/>
    </dgm:pt>
    <dgm:pt modelId="{D00FD3FE-ABB4-4077-916E-060AEF1D993B}" type="pres">
      <dgm:prSet presAssocID="{2F282416-23DF-4CE7-8589-1829937D8A3E}" presName="text" presStyleLbl="fgAcc0" presStyleIdx="2" presStyleCnt="3">
        <dgm:presLayoutVars>
          <dgm:chPref val="3"/>
        </dgm:presLayoutVars>
      </dgm:prSet>
      <dgm:spPr/>
    </dgm:pt>
    <dgm:pt modelId="{D95A9747-42C6-4BDD-8F16-D99D2A16E735}" type="pres">
      <dgm:prSet presAssocID="{2F282416-23DF-4CE7-8589-1829937D8A3E}" presName="hierChild2" presStyleCnt="0"/>
      <dgm:spPr/>
    </dgm:pt>
  </dgm:ptLst>
  <dgm:cxnLst>
    <dgm:cxn modelId="{4C0B142E-D636-439D-9E95-35B54A4FAC3B}" srcId="{B93CA73E-1583-435C-A7FA-FF9FAF02A9A5}" destId="{2F282416-23DF-4CE7-8589-1829937D8A3E}" srcOrd="2" destOrd="0" parTransId="{F24A0EE0-531F-408E-9F8A-E3C56BEA26BC}" sibTransId="{AC253275-0B8E-4360-BD06-BC1B0D5D9F07}"/>
    <dgm:cxn modelId="{F5C20848-47BC-4E95-897C-174BEF45609D}" srcId="{B93CA73E-1583-435C-A7FA-FF9FAF02A9A5}" destId="{5E758F33-2326-476E-BCD7-E79CCA4D2035}" srcOrd="1" destOrd="0" parTransId="{F4ED381F-B163-42E6-8FAB-AD59D4EB62BB}" sibTransId="{D651C2F8-F035-4425-8336-F108339B9D93}"/>
    <dgm:cxn modelId="{A0533A71-D02F-45CF-8FDF-41B07ACEDBA2}" type="presOf" srcId="{B93CA73E-1583-435C-A7FA-FF9FAF02A9A5}" destId="{CFE596A0-FC36-447B-A955-13FFC10C5E78}" srcOrd="0" destOrd="0" presId="urn:microsoft.com/office/officeart/2005/8/layout/hierarchy1"/>
    <dgm:cxn modelId="{F8C72E56-0048-48F9-9DDC-33688670CAF3}" type="presOf" srcId="{2F282416-23DF-4CE7-8589-1829937D8A3E}" destId="{D00FD3FE-ABB4-4077-916E-060AEF1D993B}" srcOrd="0" destOrd="0" presId="urn:microsoft.com/office/officeart/2005/8/layout/hierarchy1"/>
    <dgm:cxn modelId="{327B477C-EBAD-411C-B9D1-442DA7B4C617}" type="presOf" srcId="{32A0F8BF-F638-419C-9E6D-DC66E4039A1C}" destId="{EF82792A-1833-4C5E-ABB2-2D368D456B1C}" srcOrd="0" destOrd="0" presId="urn:microsoft.com/office/officeart/2005/8/layout/hierarchy1"/>
    <dgm:cxn modelId="{EF6E3C7E-38E9-447B-ACDD-8D8B4A2DA7E6}" srcId="{B93CA73E-1583-435C-A7FA-FF9FAF02A9A5}" destId="{32A0F8BF-F638-419C-9E6D-DC66E4039A1C}" srcOrd="0" destOrd="0" parTransId="{652C2B02-3C84-491A-BDA0-9690BB0127ED}" sibTransId="{2D6AFA1B-B378-4219-A587-DEC5E91530A2}"/>
    <dgm:cxn modelId="{915734C6-3C46-4127-807A-104D9CEF8DBA}" type="presOf" srcId="{5E758F33-2326-476E-BCD7-E79CCA4D2035}" destId="{7BBCC226-4134-43D4-ADB0-B09A871979B5}" srcOrd="0" destOrd="0" presId="urn:microsoft.com/office/officeart/2005/8/layout/hierarchy1"/>
    <dgm:cxn modelId="{E4314FFB-6099-4686-A80D-882C2C8044FA}" type="presParOf" srcId="{CFE596A0-FC36-447B-A955-13FFC10C5E78}" destId="{1A298EB6-DB8F-4152-AB1B-D89A25EF8916}" srcOrd="0" destOrd="0" presId="urn:microsoft.com/office/officeart/2005/8/layout/hierarchy1"/>
    <dgm:cxn modelId="{BAB43EA0-7CDC-43C7-B4F0-61DB1787547B}" type="presParOf" srcId="{1A298EB6-DB8F-4152-AB1B-D89A25EF8916}" destId="{1C2F6422-B101-4779-8B2D-0DBA54E37772}" srcOrd="0" destOrd="0" presId="urn:microsoft.com/office/officeart/2005/8/layout/hierarchy1"/>
    <dgm:cxn modelId="{EDA30C3E-1694-4157-ADC1-A6763782710C}" type="presParOf" srcId="{1C2F6422-B101-4779-8B2D-0DBA54E37772}" destId="{0A45EF63-4C70-4F6E-BF6E-32BCDEE2248F}" srcOrd="0" destOrd="0" presId="urn:microsoft.com/office/officeart/2005/8/layout/hierarchy1"/>
    <dgm:cxn modelId="{0277E1EC-B670-42CF-B916-EFEDC16F7E84}" type="presParOf" srcId="{1C2F6422-B101-4779-8B2D-0DBA54E37772}" destId="{EF82792A-1833-4C5E-ABB2-2D368D456B1C}" srcOrd="1" destOrd="0" presId="urn:microsoft.com/office/officeart/2005/8/layout/hierarchy1"/>
    <dgm:cxn modelId="{57ABF968-0F7F-4FA4-A006-06456B5E7EEF}" type="presParOf" srcId="{1A298EB6-DB8F-4152-AB1B-D89A25EF8916}" destId="{915424E5-47D3-47BD-91BD-5010952F446A}" srcOrd="1" destOrd="0" presId="urn:microsoft.com/office/officeart/2005/8/layout/hierarchy1"/>
    <dgm:cxn modelId="{F5FE2C8F-E1A0-4B05-83E6-717E6164CC59}" type="presParOf" srcId="{CFE596A0-FC36-447B-A955-13FFC10C5E78}" destId="{05929CB7-6FE3-42BD-88C2-7015D7A0BAE4}" srcOrd="1" destOrd="0" presId="urn:microsoft.com/office/officeart/2005/8/layout/hierarchy1"/>
    <dgm:cxn modelId="{AEF44F3A-2A9A-4C93-8033-D963443580D7}" type="presParOf" srcId="{05929CB7-6FE3-42BD-88C2-7015D7A0BAE4}" destId="{7F9B251E-DF93-4BA5-8E66-AD2AC08B1BB0}" srcOrd="0" destOrd="0" presId="urn:microsoft.com/office/officeart/2005/8/layout/hierarchy1"/>
    <dgm:cxn modelId="{DD052C15-C80B-4FFA-ABE5-DF4C82E3D1A7}" type="presParOf" srcId="{7F9B251E-DF93-4BA5-8E66-AD2AC08B1BB0}" destId="{DD1C8A50-0D9C-44A2-B85E-7EB852405AD4}" srcOrd="0" destOrd="0" presId="urn:microsoft.com/office/officeart/2005/8/layout/hierarchy1"/>
    <dgm:cxn modelId="{66A3910A-C0F7-4AD6-91BB-07FBAC683000}" type="presParOf" srcId="{7F9B251E-DF93-4BA5-8E66-AD2AC08B1BB0}" destId="{7BBCC226-4134-43D4-ADB0-B09A871979B5}" srcOrd="1" destOrd="0" presId="urn:microsoft.com/office/officeart/2005/8/layout/hierarchy1"/>
    <dgm:cxn modelId="{70A201D3-4B53-4393-95AA-10AE7799B769}" type="presParOf" srcId="{05929CB7-6FE3-42BD-88C2-7015D7A0BAE4}" destId="{326DCBA5-EFEF-4B85-9656-AD737B4F10AD}" srcOrd="1" destOrd="0" presId="urn:microsoft.com/office/officeart/2005/8/layout/hierarchy1"/>
    <dgm:cxn modelId="{79608AF7-D5A3-4F72-8E0B-B2BEC15113E5}" type="presParOf" srcId="{CFE596A0-FC36-447B-A955-13FFC10C5E78}" destId="{3C184E91-1CD3-4193-93B0-5FB7221187E0}" srcOrd="2" destOrd="0" presId="urn:microsoft.com/office/officeart/2005/8/layout/hierarchy1"/>
    <dgm:cxn modelId="{C23B2218-A6F3-4487-9F34-7A12F7B4969A}" type="presParOf" srcId="{3C184E91-1CD3-4193-93B0-5FB7221187E0}" destId="{05480C32-AFDF-4F73-BC56-752D549E1CD4}" srcOrd="0" destOrd="0" presId="urn:microsoft.com/office/officeart/2005/8/layout/hierarchy1"/>
    <dgm:cxn modelId="{65CB3C66-034C-4EF2-ADF5-0D1598B17CAF}" type="presParOf" srcId="{05480C32-AFDF-4F73-BC56-752D549E1CD4}" destId="{937484A6-4B94-4435-973E-109EB06F088F}" srcOrd="0" destOrd="0" presId="urn:microsoft.com/office/officeart/2005/8/layout/hierarchy1"/>
    <dgm:cxn modelId="{F308DAC7-305A-4310-8628-B47B16483A24}" type="presParOf" srcId="{05480C32-AFDF-4F73-BC56-752D549E1CD4}" destId="{D00FD3FE-ABB4-4077-916E-060AEF1D993B}" srcOrd="1" destOrd="0" presId="urn:microsoft.com/office/officeart/2005/8/layout/hierarchy1"/>
    <dgm:cxn modelId="{D85F44BE-5DCE-413C-9424-529FF9585DF4}" type="presParOf" srcId="{3C184E91-1CD3-4193-93B0-5FB7221187E0}" destId="{D95A9747-42C6-4BDD-8F16-D99D2A16E73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CD06A2-6AAC-4D11-B837-A03BAD8F0779}" type="doc">
      <dgm:prSet loTypeId="urn:microsoft.com/office/officeart/2005/8/layout/hierarchy1" loCatId="hierarchy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FFF97D32-83F6-4950-A6BB-0ADD2E3B7312}">
      <dgm:prSet/>
      <dgm:spPr/>
      <dgm:t>
        <a:bodyPr/>
        <a:lstStyle/>
        <a:p>
          <a:r>
            <a:rPr lang="en-US"/>
            <a:t>Plain text vs formatted</a:t>
          </a:r>
        </a:p>
      </dgm:t>
    </dgm:pt>
    <dgm:pt modelId="{31096C88-097A-43D4-82EA-A2AF2CA1EE40}" type="parTrans" cxnId="{28955F24-8159-4449-8CCF-88C84C9CBBF1}">
      <dgm:prSet/>
      <dgm:spPr/>
      <dgm:t>
        <a:bodyPr/>
        <a:lstStyle/>
        <a:p>
          <a:endParaRPr lang="en-US"/>
        </a:p>
      </dgm:t>
    </dgm:pt>
    <dgm:pt modelId="{B39286C7-1AD5-49AC-9C6A-D22AFA9035D6}" type="sibTrans" cxnId="{28955F24-8159-4449-8CCF-88C84C9CBBF1}">
      <dgm:prSet/>
      <dgm:spPr/>
      <dgm:t>
        <a:bodyPr/>
        <a:lstStyle/>
        <a:p>
          <a:endParaRPr lang="en-US"/>
        </a:p>
      </dgm:t>
    </dgm:pt>
    <dgm:pt modelId="{7AA3AC5C-FB42-4183-B468-6D67D7B11747}">
      <dgm:prSet/>
      <dgm:spPr/>
      <dgm:t>
        <a:bodyPr/>
        <a:lstStyle/>
        <a:p>
          <a:r>
            <a:rPr lang="en-US"/>
            <a:t>UTF-8</a:t>
          </a:r>
        </a:p>
      </dgm:t>
    </dgm:pt>
    <dgm:pt modelId="{404E9131-6C0A-4139-B809-E6B9B65F8ACF}" type="parTrans" cxnId="{C79CFFE3-C056-4110-BD68-ABC845820C0E}">
      <dgm:prSet/>
      <dgm:spPr/>
      <dgm:t>
        <a:bodyPr/>
        <a:lstStyle/>
        <a:p>
          <a:endParaRPr lang="en-US"/>
        </a:p>
      </dgm:t>
    </dgm:pt>
    <dgm:pt modelId="{A612D3A9-2421-4F58-BB32-784273CA4B96}" type="sibTrans" cxnId="{C79CFFE3-C056-4110-BD68-ABC845820C0E}">
      <dgm:prSet/>
      <dgm:spPr/>
      <dgm:t>
        <a:bodyPr/>
        <a:lstStyle/>
        <a:p>
          <a:endParaRPr lang="en-US"/>
        </a:p>
      </dgm:t>
    </dgm:pt>
    <dgm:pt modelId="{988DF5DA-A623-43E6-96FC-C5EB846F1E7D}">
      <dgm:prSet/>
      <dgm:spPr/>
      <dgm:t>
        <a:bodyPr/>
        <a:lstStyle/>
        <a:p>
          <a:r>
            <a:rPr lang="en-US"/>
            <a:t>Why automation starts with text</a:t>
          </a:r>
        </a:p>
      </dgm:t>
    </dgm:pt>
    <dgm:pt modelId="{30100107-BBF3-41ED-8038-CEC1D9461152}" type="parTrans" cxnId="{031F95A8-70B8-46BC-B558-74CCB3534059}">
      <dgm:prSet/>
      <dgm:spPr/>
      <dgm:t>
        <a:bodyPr/>
        <a:lstStyle/>
        <a:p>
          <a:endParaRPr lang="en-US"/>
        </a:p>
      </dgm:t>
    </dgm:pt>
    <dgm:pt modelId="{D94CEE83-9C4F-4E7E-B877-DFC3BA3D175A}" type="sibTrans" cxnId="{031F95A8-70B8-46BC-B558-74CCB3534059}">
      <dgm:prSet/>
      <dgm:spPr/>
      <dgm:t>
        <a:bodyPr/>
        <a:lstStyle/>
        <a:p>
          <a:endParaRPr lang="en-US"/>
        </a:p>
      </dgm:t>
    </dgm:pt>
    <dgm:pt modelId="{D91F15CB-59B0-46EC-90DD-CD152289D85C}" type="pres">
      <dgm:prSet presAssocID="{F7CD06A2-6AAC-4D11-B837-A03BAD8F077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6CD3D34-2BC2-44E7-A46D-8EF002E87E77}" type="pres">
      <dgm:prSet presAssocID="{FFF97D32-83F6-4950-A6BB-0ADD2E3B7312}" presName="hierRoot1" presStyleCnt="0"/>
      <dgm:spPr/>
    </dgm:pt>
    <dgm:pt modelId="{CE787A4B-893C-429C-976F-3E7E0D9B115D}" type="pres">
      <dgm:prSet presAssocID="{FFF97D32-83F6-4950-A6BB-0ADD2E3B7312}" presName="composite" presStyleCnt="0"/>
      <dgm:spPr/>
    </dgm:pt>
    <dgm:pt modelId="{52DD956A-A73F-4C68-B37B-E8D6B309AF37}" type="pres">
      <dgm:prSet presAssocID="{FFF97D32-83F6-4950-A6BB-0ADD2E3B7312}" presName="background" presStyleLbl="node0" presStyleIdx="0" presStyleCnt="3"/>
      <dgm:spPr/>
    </dgm:pt>
    <dgm:pt modelId="{67999D97-14F2-4040-8472-0BDFF7431B25}" type="pres">
      <dgm:prSet presAssocID="{FFF97D32-83F6-4950-A6BB-0ADD2E3B7312}" presName="text" presStyleLbl="fgAcc0" presStyleIdx="0" presStyleCnt="3">
        <dgm:presLayoutVars>
          <dgm:chPref val="3"/>
        </dgm:presLayoutVars>
      </dgm:prSet>
      <dgm:spPr/>
    </dgm:pt>
    <dgm:pt modelId="{8EA79797-E5E2-42B1-AFBF-54FBB519C088}" type="pres">
      <dgm:prSet presAssocID="{FFF97D32-83F6-4950-A6BB-0ADD2E3B7312}" presName="hierChild2" presStyleCnt="0"/>
      <dgm:spPr/>
    </dgm:pt>
    <dgm:pt modelId="{88499891-DA9F-4F55-8489-32CDF7D145E3}" type="pres">
      <dgm:prSet presAssocID="{7AA3AC5C-FB42-4183-B468-6D67D7B11747}" presName="hierRoot1" presStyleCnt="0"/>
      <dgm:spPr/>
    </dgm:pt>
    <dgm:pt modelId="{EB473156-F6D0-4E16-A80A-795A8C65B6A1}" type="pres">
      <dgm:prSet presAssocID="{7AA3AC5C-FB42-4183-B468-6D67D7B11747}" presName="composite" presStyleCnt="0"/>
      <dgm:spPr/>
    </dgm:pt>
    <dgm:pt modelId="{5EBAA759-53BA-4258-85F5-0B87E233817C}" type="pres">
      <dgm:prSet presAssocID="{7AA3AC5C-FB42-4183-B468-6D67D7B11747}" presName="background" presStyleLbl="node0" presStyleIdx="1" presStyleCnt="3"/>
      <dgm:spPr/>
    </dgm:pt>
    <dgm:pt modelId="{3BDC02C2-777D-4706-9793-EBA3D0293B3E}" type="pres">
      <dgm:prSet presAssocID="{7AA3AC5C-FB42-4183-B468-6D67D7B11747}" presName="text" presStyleLbl="fgAcc0" presStyleIdx="1" presStyleCnt="3">
        <dgm:presLayoutVars>
          <dgm:chPref val="3"/>
        </dgm:presLayoutVars>
      </dgm:prSet>
      <dgm:spPr/>
    </dgm:pt>
    <dgm:pt modelId="{F707EA5C-4709-41BC-9292-4069321B53EE}" type="pres">
      <dgm:prSet presAssocID="{7AA3AC5C-FB42-4183-B468-6D67D7B11747}" presName="hierChild2" presStyleCnt="0"/>
      <dgm:spPr/>
    </dgm:pt>
    <dgm:pt modelId="{881D6CD9-4B09-46B6-9218-7A9BE3389F39}" type="pres">
      <dgm:prSet presAssocID="{988DF5DA-A623-43E6-96FC-C5EB846F1E7D}" presName="hierRoot1" presStyleCnt="0"/>
      <dgm:spPr/>
    </dgm:pt>
    <dgm:pt modelId="{B83CFBF0-4105-4BC2-B422-69D56A445909}" type="pres">
      <dgm:prSet presAssocID="{988DF5DA-A623-43E6-96FC-C5EB846F1E7D}" presName="composite" presStyleCnt="0"/>
      <dgm:spPr/>
    </dgm:pt>
    <dgm:pt modelId="{08FDD1E7-448A-417A-AE41-1074955DFFBC}" type="pres">
      <dgm:prSet presAssocID="{988DF5DA-A623-43E6-96FC-C5EB846F1E7D}" presName="background" presStyleLbl="node0" presStyleIdx="2" presStyleCnt="3"/>
      <dgm:spPr/>
    </dgm:pt>
    <dgm:pt modelId="{62AC25F1-A036-4F44-8FFC-4ED031455F9F}" type="pres">
      <dgm:prSet presAssocID="{988DF5DA-A623-43E6-96FC-C5EB846F1E7D}" presName="text" presStyleLbl="fgAcc0" presStyleIdx="2" presStyleCnt="3">
        <dgm:presLayoutVars>
          <dgm:chPref val="3"/>
        </dgm:presLayoutVars>
      </dgm:prSet>
      <dgm:spPr/>
    </dgm:pt>
    <dgm:pt modelId="{987F18AC-B9C4-4B3A-BA5B-4A0D6015D958}" type="pres">
      <dgm:prSet presAssocID="{988DF5DA-A623-43E6-96FC-C5EB846F1E7D}" presName="hierChild2" presStyleCnt="0"/>
      <dgm:spPr/>
    </dgm:pt>
  </dgm:ptLst>
  <dgm:cxnLst>
    <dgm:cxn modelId="{28955F24-8159-4449-8CCF-88C84C9CBBF1}" srcId="{F7CD06A2-6AAC-4D11-B837-A03BAD8F0779}" destId="{FFF97D32-83F6-4950-A6BB-0ADD2E3B7312}" srcOrd="0" destOrd="0" parTransId="{31096C88-097A-43D4-82EA-A2AF2CA1EE40}" sibTransId="{B39286C7-1AD5-49AC-9C6A-D22AFA9035D6}"/>
    <dgm:cxn modelId="{9A587062-DB47-4BA8-B81B-42341A5FCC8F}" type="presOf" srcId="{988DF5DA-A623-43E6-96FC-C5EB846F1E7D}" destId="{62AC25F1-A036-4F44-8FFC-4ED031455F9F}" srcOrd="0" destOrd="0" presId="urn:microsoft.com/office/officeart/2005/8/layout/hierarchy1"/>
    <dgm:cxn modelId="{4641FA4B-DF28-4AB3-9B43-9E377424DDE3}" type="presOf" srcId="{7AA3AC5C-FB42-4183-B468-6D67D7B11747}" destId="{3BDC02C2-777D-4706-9793-EBA3D0293B3E}" srcOrd="0" destOrd="0" presId="urn:microsoft.com/office/officeart/2005/8/layout/hierarchy1"/>
    <dgm:cxn modelId="{88AD619A-C4FB-406B-BF9D-6A0D6F54E490}" type="presOf" srcId="{F7CD06A2-6AAC-4D11-B837-A03BAD8F0779}" destId="{D91F15CB-59B0-46EC-90DD-CD152289D85C}" srcOrd="0" destOrd="0" presId="urn:microsoft.com/office/officeart/2005/8/layout/hierarchy1"/>
    <dgm:cxn modelId="{031F95A8-70B8-46BC-B558-74CCB3534059}" srcId="{F7CD06A2-6AAC-4D11-B837-A03BAD8F0779}" destId="{988DF5DA-A623-43E6-96FC-C5EB846F1E7D}" srcOrd="2" destOrd="0" parTransId="{30100107-BBF3-41ED-8038-CEC1D9461152}" sibTransId="{D94CEE83-9C4F-4E7E-B877-DFC3BA3D175A}"/>
    <dgm:cxn modelId="{E9B9FFC2-69D8-4264-A031-B15D1226AA55}" type="presOf" srcId="{FFF97D32-83F6-4950-A6BB-0ADD2E3B7312}" destId="{67999D97-14F2-4040-8472-0BDFF7431B25}" srcOrd="0" destOrd="0" presId="urn:microsoft.com/office/officeart/2005/8/layout/hierarchy1"/>
    <dgm:cxn modelId="{C79CFFE3-C056-4110-BD68-ABC845820C0E}" srcId="{F7CD06A2-6AAC-4D11-B837-A03BAD8F0779}" destId="{7AA3AC5C-FB42-4183-B468-6D67D7B11747}" srcOrd="1" destOrd="0" parTransId="{404E9131-6C0A-4139-B809-E6B9B65F8ACF}" sibTransId="{A612D3A9-2421-4F58-BB32-784273CA4B96}"/>
    <dgm:cxn modelId="{CB4EF312-107D-4798-A2F3-613461106ECB}" type="presParOf" srcId="{D91F15CB-59B0-46EC-90DD-CD152289D85C}" destId="{36CD3D34-2BC2-44E7-A46D-8EF002E87E77}" srcOrd="0" destOrd="0" presId="urn:microsoft.com/office/officeart/2005/8/layout/hierarchy1"/>
    <dgm:cxn modelId="{DA15244B-2B53-48E3-B5B7-1BC77AFD0A73}" type="presParOf" srcId="{36CD3D34-2BC2-44E7-A46D-8EF002E87E77}" destId="{CE787A4B-893C-429C-976F-3E7E0D9B115D}" srcOrd="0" destOrd="0" presId="urn:microsoft.com/office/officeart/2005/8/layout/hierarchy1"/>
    <dgm:cxn modelId="{0A57D490-60DD-4BB6-82A7-6A3039607DC0}" type="presParOf" srcId="{CE787A4B-893C-429C-976F-3E7E0D9B115D}" destId="{52DD956A-A73F-4C68-B37B-E8D6B309AF37}" srcOrd="0" destOrd="0" presId="urn:microsoft.com/office/officeart/2005/8/layout/hierarchy1"/>
    <dgm:cxn modelId="{7EB75811-D609-47C5-99D7-6FDE7F039D78}" type="presParOf" srcId="{CE787A4B-893C-429C-976F-3E7E0D9B115D}" destId="{67999D97-14F2-4040-8472-0BDFF7431B25}" srcOrd="1" destOrd="0" presId="urn:microsoft.com/office/officeart/2005/8/layout/hierarchy1"/>
    <dgm:cxn modelId="{257D6B1C-6ECD-4DB3-A148-C9C2E8903469}" type="presParOf" srcId="{36CD3D34-2BC2-44E7-A46D-8EF002E87E77}" destId="{8EA79797-E5E2-42B1-AFBF-54FBB519C088}" srcOrd="1" destOrd="0" presId="urn:microsoft.com/office/officeart/2005/8/layout/hierarchy1"/>
    <dgm:cxn modelId="{F1F94917-3843-4351-A72D-7D16FD076D5B}" type="presParOf" srcId="{D91F15CB-59B0-46EC-90DD-CD152289D85C}" destId="{88499891-DA9F-4F55-8489-32CDF7D145E3}" srcOrd="1" destOrd="0" presId="urn:microsoft.com/office/officeart/2005/8/layout/hierarchy1"/>
    <dgm:cxn modelId="{0283A7D8-4FEF-4C17-90AE-96735546967B}" type="presParOf" srcId="{88499891-DA9F-4F55-8489-32CDF7D145E3}" destId="{EB473156-F6D0-4E16-A80A-795A8C65B6A1}" srcOrd="0" destOrd="0" presId="urn:microsoft.com/office/officeart/2005/8/layout/hierarchy1"/>
    <dgm:cxn modelId="{2C55DF60-90F3-46AD-B763-233E5C86B10C}" type="presParOf" srcId="{EB473156-F6D0-4E16-A80A-795A8C65B6A1}" destId="{5EBAA759-53BA-4258-85F5-0B87E233817C}" srcOrd="0" destOrd="0" presId="urn:microsoft.com/office/officeart/2005/8/layout/hierarchy1"/>
    <dgm:cxn modelId="{6903A77F-C31C-49A9-A35C-EA3D009F41B6}" type="presParOf" srcId="{EB473156-F6D0-4E16-A80A-795A8C65B6A1}" destId="{3BDC02C2-777D-4706-9793-EBA3D0293B3E}" srcOrd="1" destOrd="0" presId="urn:microsoft.com/office/officeart/2005/8/layout/hierarchy1"/>
    <dgm:cxn modelId="{D29828DC-6C9C-44E3-9D04-ABA61842BDDE}" type="presParOf" srcId="{88499891-DA9F-4F55-8489-32CDF7D145E3}" destId="{F707EA5C-4709-41BC-9292-4069321B53EE}" srcOrd="1" destOrd="0" presId="urn:microsoft.com/office/officeart/2005/8/layout/hierarchy1"/>
    <dgm:cxn modelId="{485F77DB-F2D4-4FA6-A1B7-A5104C826E2C}" type="presParOf" srcId="{D91F15CB-59B0-46EC-90DD-CD152289D85C}" destId="{881D6CD9-4B09-46B6-9218-7A9BE3389F39}" srcOrd="2" destOrd="0" presId="urn:microsoft.com/office/officeart/2005/8/layout/hierarchy1"/>
    <dgm:cxn modelId="{379FC271-1AD9-4908-B8A3-06DA80E4B02B}" type="presParOf" srcId="{881D6CD9-4B09-46B6-9218-7A9BE3389F39}" destId="{B83CFBF0-4105-4BC2-B422-69D56A445909}" srcOrd="0" destOrd="0" presId="urn:microsoft.com/office/officeart/2005/8/layout/hierarchy1"/>
    <dgm:cxn modelId="{62DE8F33-B067-42BB-B492-0ACD89A9B9B1}" type="presParOf" srcId="{B83CFBF0-4105-4BC2-B422-69D56A445909}" destId="{08FDD1E7-448A-417A-AE41-1074955DFFBC}" srcOrd="0" destOrd="0" presId="urn:microsoft.com/office/officeart/2005/8/layout/hierarchy1"/>
    <dgm:cxn modelId="{036A1CA2-DD25-4192-98CD-46780DB536D4}" type="presParOf" srcId="{B83CFBF0-4105-4BC2-B422-69D56A445909}" destId="{62AC25F1-A036-4F44-8FFC-4ED031455F9F}" srcOrd="1" destOrd="0" presId="urn:microsoft.com/office/officeart/2005/8/layout/hierarchy1"/>
    <dgm:cxn modelId="{1444A1B5-A97F-461F-B790-8F958E5AD02C}" type="presParOf" srcId="{881D6CD9-4B09-46B6-9218-7A9BE3389F39}" destId="{987F18AC-B9C4-4B3A-BA5B-4A0D6015D95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DDE5885-F8AB-4851-A34B-04F775E931A0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B12094A-9C89-441A-93D1-4A04A27F89A8}">
      <dgm:prSet/>
      <dgm:spPr/>
      <dgm:t>
        <a:bodyPr/>
        <a:lstStyle/>
        <a:p>
          <a:r>
            <a:rPr lang="en-US"/>
            <a:t>open("file", "r")</a:t>
          </a:r>
        </a:p>
      </dgm:t>
    </dgm:pt>
    <dgm:pt modelId="{E838C615-C7D1-40F8-B7E5-9BADA073E8AD}" type="parTrans" cxnId="{706849E2-176E-414C-B972-9DC2630D3839}">
      <dgm:prSet/>
      <dgm:spPr/>
      <dgm:t>
        <a:bodyPr/>
        <a:lstStyle/>
        <a:p>
          <a:endParaRPr lang="en-US"/>
        </a:p>
      </dgm:t>
    </dgm:pt>
    <dgm:pt modelId="{D4820841-8A32-4044-A9BD-446084D0AF65}" type="sibTrans" cxnId="{706849E2-176E-414C-B972-9DC2630D3839}">
      <dgm:prSet/>
      <dgm:spPr/>
      <dgm:t>
        <a:bodyPr/>
        <a:lstStyle/>
        <a:p>
          <a:endParaRPr lang="en-US"/>
        </a:p>
      </dgm:t>
    </dgm:pt>
    <dgm:pt modelId="{F1A83F8B-1FE6-4388-B463-6AA13B219819}">
      <dgm:prSet/>
      <dgm:spPr/>
      <dgm:t>
        <a:bodyPr/>
        <a:lstStyle/>
        <a:p>
          <a:r>
            <a:rPr lang="en-US"/>
            <a:t>with open(...) as f</a:t>
          </a:r>
        </a:p>
      </dgm:t>
    </dgm:pt>
    <dgm:pt modelId="{BFCB9ED9-0A9F-4DC5-9FA7-B198BC475D39}" type="parTrans" cxnId="{977DC8C6-DF13-4251-9043-C60B0767FCA6}">
      <dgm:prSet/>
      <dgm:spPr/>
      <dgm:t>
        <a:bodyPr/>
        <a:lstStyle/>
        <a:p>
          <a:endParaRPr lang="en-US"/>
        </a:p>
      </dgm:t>
    </dgm:pt>
    <dgm:pt modelId="{9BEDE3E5-AF90-4EC4-AC11-8694DD39FCF9}" type="sibTrans" cxnId="{977DC8C6-DF13-4251-9043-C60B0767FCA6}">
      <dgm:prSet/>
      <dgm:spPr/>
      <dgm:t>
        <a:bodyPr/>
        <a:lstStyle/>
        <a:p>
          <a:endParaRPr lang="en-US"/>
        </a:p>
      </dgm:t>
    </dgm:pt>
    <dgm:pt modelId="{18DD6967-E9D3-48D2-9068-A2AFC147B25A}">
      <dgm:prSet/>
      <dgm:spPr/>
      <dgm:t>
        <a:bodyPr/>
        <a:lstStyle/>
        <a:p>
          <a:r>
            <a:rPr lang="en-US"/>
            <a:t>read(), readlines()</a:t>
          </a:r>
        </a:p>
      </dgm:t>
    </dgm:pt>
    <dgm:pt modelId="{F09F247B-5D75-4B38-83CF-B1D525749CBC}" type="parTrans" cxnId="{A28F040C-62A6-42F5-9091-F621AB12AE13}">
      <dgm:prSet/>
      <dgm:spPr/>
      <dgm:t>
        <a:bodyPr/>
        <a:lstStyle/>
        <a:p>
          <a:endParaRPr lang="en-US"/>
        </a:p>
      </dgm:t>
    </dgm:pt>
    <dgm:pt modelId="{3749C29D-A730-493C-8B85-97FD62C4353E}" type="sibTrans" cxnId="{A28F040C-62A6-42F5-9091-F621AB12AE13}">
      <dgm:prSet/>
      <dgm:spPr/>
      <dgm:t>
        <a:bodyPr/>
        <a:lstStyle/>
        <a:p>
          <a:endParaRPr lang="en-US"/>
        </a:p>
      </dgm:t>
    </dgm:pt>
    <dgm:pt modelId="{0100FDA9-F1B7-43B8-8B1E-8C8838DA1FB0}" type="pres">
      <dgm:prSet presAssocID="{ADDE5885-F8AB-4851-A34B-04F775E931A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8A3EA47-F610-454E-938A-763E4D5CB92C}" type="pres">
      <dgm:prSet presAssocID="{0B12094A-9C89-441A-93D1-4A04A27F89A8}" presName="hierRoot1" presStyleCnt="0"/>
      <dgm:spPr/>
    </dgm:pt>
    <dgm:pt modelId="{19AF16CC-D394-4E89-9D30-574749B4F89E}" type="pres">
      <dgm:prSet presAssocID="{0B12094A-9C89-441A-93D1-4A04A27F89A8}" presName="composite" presStyleCnt="0"/>
      <dgm:spPr/>
    </dgm:pt>
    <dgm:pt modelId="{6F120D47-EE3B-4371-A7A6-A5A620F605E0}" type="pres">
      <dgm:prSet presAssocID="{0B12094A-9C89-441A-93D1-4A04A27F89A8}" presName="background" presStyleLbl="node0" presStyleIdx="0" presStyleCnt="3"/>
      <dgm:spPr/>
    </dgm:pt>
    <dgm:pt modelId="{CA188BEB-0E03-4374-86DC-360AF90CDCC3}" type="pres">
      <dgm:prSet presAssocID="{0B12094A-9C89-441A-93D1-4A04A27F89A8}" presName="text" presStyleLbl="fgAcc0" presStyleIdx="0" presStyleCnt="3">
        <dgm:presLayoutVars>
          <dgm:chPref val="3"/>
        </dgm:presLayoutVars>
      </dgm:prSet>
      <dgm:spPr/>
    </dgm:pt>
    <dgm:pt modelId="{95F6B5E3-574A-4E2D-B883-BF4A2D40EB41}" type="pres">
      <dgm:prSet presAssocID="{0B12094A-9C89-441A-93D1-4A04A27F89A8}" presName="hierChild2" presStyleCnt="0"/>
      <dgm:spPr/>
    </dgm:pt>
    <dgm:pt modelId="{30C4FF06-2FAF-44A5-9432-8FBE24BC0476}" type="pres">
      <dgm:prSet presAssocID="{F1A83F8B-1FE6-4388-B463-6AA13B219819}" presName="hierRoot1" presStyleCnt="0"/>
      <dgm:spPr/>
    </dgm:pt>
    <dgm:pt modelId="{4B1C5E16-96C0-4DED-B3DB-1E5D43553859}" type="pres">
      <dgm:prSet presAssocID="{F1A83F8B-1FE6-4388-B463-6AA13B219819}" presName="composite" presStyleCnt="0"/>
      <dgm:spPr/>
    </dgm:pt>
    <dgm:pt modelId="{34127B51-FA64-41C0-AB09-6D9BA942B3CA}" type="pres">
      <dgm:prSet presAssocID="{F1A83F8B-1FE6-4388-B463-6AA13B219819}" presName="background" presStyleLbl="node0" presStyleIdx="1" presStyleCnt="3"/>
      <dgm:spPr/>
    </dgm:pt>
    <dgm:pt modelId="{84279C9C-7C42-4B01-8398-FF07E9D32CC3}" type="pres">
      <dgm:prSet presAssocID="{F1A83F8B-1FE6-4388-B463-6AA13B219819}" presName="text" presStyleLbl="fgAcc0" presStyleIdx="1" presStyleCnt="3">
        <dgm:presLayoutVars>
          <dgm:chPref val="3"/>
        </dgm:presLayoutVars>
      </dgm:prSet>
      <dgm:spPr/>
    </dgm:pt>
    <dgm:pt modelId="{17DCEE63-9BCE-405D-AB28-24E10BF8EC95}" type="pres">
      <dgm:prSet presAssocID="{F1A83F8B-1FE6-4388-B463-6AA13B219819}" presName="hierChild2" presStyleCnt="0"/>
      <dgm:spPr/>
    </dgm:pt>
    <dgm:pt modelId="{98823443-86C7-4A85-ABEA-43FB651320B4}" type="pres">
      <dgm:prSet presAssocID="{18DD6967-E9D3-48D2-9068-A2AFC147B25A}" presName="hierRoot1" presStyleCnt="0"/>
      <dgm:spPr/>
    </dgm:pt>
    <dgm:pt modelId="{7C331B19-A77D-4278-96E5-7E93248577DD}" type="pres">
      <dgm:prSet presAssocID="{18DD6967-E9D3-48D2-9068-A2AFC147B25A}" presName="composite" presStyleCnt="0"/>
      <dgm:spPr/>
    </dgm:pt>
    <dgm:pt modelId="{65B0A73B-A1CB-47E0-961C-2DC1725017EB}" type="pres">
      <dgm:prSet presAssocID="{18DD6967-E9D3-48D2-9068-A2AFC147B25A}" presName="background" presStyleLbl="node0" presStyleIdx="2" presStyleCnt="3"/>
      <dgm:spPr/>
    </dgm:pt>
    <dgm:pt modelId="{D1B8C1DA-1040-4EC6-B54C-401E663F5B26}" type="pres">
      <dgm:prSet presAssocID="{18DD6967-E9D3-48D2-9068-A2AFC147B25A}" presName="text" presStyleLbl="fgAcc0" presStyleIdx="2" presStyleCnt="3">
        <dgm:presLayoutVars>
          <dgm:chPref val="3"/>
        </dgm:presLayoutVars>
      </dgm:prSet>
      <dgm:spPr/>
    </dgm:pt>
    <dgm:pt modelId="{F3D9EA63-F93E-4FE7-8A0A-36FA9DA6D348}" type="pres">
      <dgm:prSet presAssocID="{18DD6967-E9D3-48D2-9068-A2AFC147B25A}" presName="hierChild2" presStyleCnt="0"/>
      <dgm:spPr/>
    </dgm:pt>
  </dgm:ptLst>
  <dgm:cxnLst>
    <dgm:cxn modelId="{A28F040C-62A6-42F5-9091-F621AB12AE13}" srcId="{ADDE5885-F8AB-4851-A34B-04F775E931A0}" destId="{18DD6967-E9D3-48D2-9068-A2AFC147B25A}" srcOrd="2" destOrd="0" parTransId="{F09F247B-5D75-4B38-83CF-B1D525749CBC}" sibTransId="{3749C29D-A730-493C-8B85-97FD62C4353E}"/>
    <dgm:cxn modelId="{0EBBDB1A-43FE-4A74-8727-E1B8D9344BA7}" type="presOf" srcId="{ADDE5885-F8AB-4851-A34B-04F775E931A0}" destId="{0100FDA9-F1B7-43B8-8B1E-8C8838DA1FB0}" srcOrd="0" destOrd="0" presId="urn:microsoft.com/office/officeart/2005/8/layout/hierarchy1"/>
    <dgm:cxn modelId="{6043116A-3EBD-4295-B8AC-2FDD7A7005B9}" type="presOf" srcId="{F1A83F8B-1FE6-4388-B463-6AA13B219819}" destId="{84279C9C-7C42-4B01-8398-FF07E9D32CC3}" srcOrd="0" destOrd="0" presId="urn:microsoft.com/office/officeart/2005/8/layout/hierarchy1"/>
    <dgm:cxn modelId="{CB407C4A-7F27-4F6E-A6FB-1F089855E40D}" type="presOf" srcId="{0B12094A-9C89-441A-93D1-4A04A27F89A8}" destId="{CA188BEB-0E03-4374-86DC-360AF90CDCC3}" srcOrd="0" destOrd="0" presId="urn:microsoft.com/office/officeart/2005/8/layout/hierarchy1"/>
    <dgm:cxn modelId="{4B61E69C-F2C9-4FD9-AC0D-9F6C2CA707D6}" type="presOf" srcId="{18DD6967-E9D3-48D2-9068-A2AFC147B25A}" destId="{D1B8C1DA-1040-4EC6-B54C-401E663F5B26}" srcOrd="0" destOrd="0" presId="urn:microsoft.com/office/officeart/2005/8/layout/hierarchy1"/>
    <dgm:cxn modelId="{977DC8C6-DF13-4251-9043-C60B0767FCA6}" srcId="{ADDE5885-F8AB-4851-A34B-04F775E931A0}" destId="{F1A83F8B-1FE6-4388-B463-6AA13B219819}" srcOrd="1" destOrd="0" parTransId="{BFCB9ED9-0A9F-4DC5-9FA7-B198BC475D39}" sibTransId="{9BEDE3E5-AF90-4EC4-AC11-8694DD39FCF9}"/>
    <dgm:cxn modelId="{706849E2-176E-414C-B972-9DC2630D3839}" srcId="{ADDE5885-F8AB-4851-A34B-04F775E931A0}" destId="{0B12094A-9C89-441A-93D1-4A04A27F89A8}" srcOrd="0" destOrd="0" parTransId="{E838C615-C7D1-40F8-B7E5-9BADA073E8AD}" sibTransId="{D4820841-8A32-4044-A9BD-446084D0AF65}"/>
    <dgm:cxn modelId="{1D640C05-101C-43CC-812F-AF540CFF48AF}" type="presParOf" srcId="{0100FDA9-F1B7-43B8-8B1E-8C8838DA1FB0}" destId="{D8A3EA47-F610-454E-938A-763E4D5CB92C}" srcOrd="0" destOrd="0" presId="urn:microsoft.com/office/officeart/2005/8/layout/hierarchy1"/>
    <dgm:cxn modelId="{E25F89B7-551E-48A7-9AA2-61D607720FAB}" type="presParOf" srcId="{D8A3EA47-F610-454E-938A-763E4D5CB92C}" destId="{19AF16CC-D394-4E89-9D30-574749B4F89E}" srcOrd="0" destOrd="0" presId="urn:microsoft.com/office/officeart/2005/8/layout/hierarchy1"/>
    <dgm:cxn modelId="{B8E90869-85A3-4068-8748-6F8550A16057}" type="presParOf" srcId="{19AF16CC-D394-4E89-9D30-574749B4F89E}" destId="{6F120D47-EE3B-4371-A7A6-A5A620F605E0}" srcOrd="0" destOrd="0" presId="urn:microsoft.com/office/officeart/2005/8/layout/hierarchy1"/>
    <dgm:cxn modelId="{B164F6D3-1881-4077-81D5-F739BFFD5BD5}" type="presParOf" srcId="{19AF16CC-D394-4E89-9D30-574749B4F89E}" destId="{CA188BEB-0E03-4374-86DC-360AF90CDCC3}" srcOrd="1" destOrd="0" presId="urn:microsoft.com/office/officeart/2005/8/layout/hierarchy1"/>
    <dgm:cxn modelId="{35A227DB-7685-4F63-BBD6-65D16E0D7052}" type="presParOf" srcId="{D8A3EA47-F610-454E-938A-763E4D5CB92C}" destId="{95F6B5E3-574A-4E2D-B883-BF4A2D40EB41}" srcOrd="1" destOrd="0" presId="urn:microsoft.com/office/officeart/2005/8/layout/hierarchy1"/>
    <dgm:cxn modelId="{1BD1A26E-2F01-4510-80FC-92427E952A16}" type="presParOf" srcId="{0100FDA9-F1B7-43B8-8B1E-8C8838DA1FB0}" destId="{30C4FF06-2FAF-44A5-9432-8FBE24BC0476}" srcOrd="1" destOrd="0" presId="urn:microsoft.com/office/officeart/2005/8/layout/hierarchy1"/>
    <dgm:cxn modelId="{B031C062-17A8-4A73-90E6-C26B87B63075}" type="presParOf" srcId="{30C4FF06-2FAF-44A5-9432-8FBE24BC0476}" destId="{4B1C5E16-96C0-4DED-B3DB-1E5D43553859}" srcOrd="0" destOrd="0" presId="urn:microsoft.com/office/officeart/2005/8/layout/hierarchy1"/>
    <dgm:cxn modelId="{9B7641CF-3413-4162-B31B-F6358719B328}" type="presParOf" srcId="{4B1C5E16-96C0-4DED-B3DB-1E5D43553859}" destId="{34127B51-FA64-41C0-AB09-6D9BA942B3CA}" srcOrd="0" destOrd="0" presId="urn:microsoft.com/office/officeart/2005/8/layout/hierarchy1"/>
    <dgm:cxn modelId="{4686CE4A-20AE-437A-8722-31FD965E36CB}" type="presParOf" srcId="{4B1C5E16-96C0-4DED-B3DB-1E5D43553859}" destId="{84279C9C-7C42-4B01-8398-FF07E9D32CC3}" srcOrd="1" destOrd="0" presId="urn:microsoft.com/office/officeart/2005/8/layout/hierarchy1"/>
    <dgm:cxn modelId="{77B0F118-7CFF-401C-B41E-E16E455DC067}" type="presParOf" srcId="{30C4FF06-2FAF-44A5-9432-8FBE24BC0476}" destId="{17DCEE63-9BCE-405D-AB28-24E10BF8EC95}" srcOrd="1" destOrd="0" presId="urn:microsoft.com/office/officeart/2005/8/layout/hierarchy1"/>
    <dgm:cxn modelId="{8C13B776-5422-484B-8679-57B8D8CF8D13}" type="presParOf" srcId="{0100FDA9-F1B7-43B8-8B1E-8C8838DA1FB0}" destId="{98823443-86C7-4A85-ABEA-43FB651320B4}" srcOrd="2" destOrd="0" presId="urn:microsoft.com/office/officeart/2005/8/layout/hierarchy1"/>
    <dgm:cxn modelId="{5CA4B53A-3A98-4165-AE6B-9D91FA810923}" type="presParOf" srcId="{98823443-86C7-4A85-ABEA-43FB651320B4}" destId="{7C331B19-A77D-4278-96E5-7E93248577DD}" srcOrd="0" destOrd="0" presId="urn:microsoft.com/office/officeart/2005/8/layout/hierarchy1"/>
    <dgm:cxn modelId="{FFE13A9A-4413-41C8-BE1C-14EAEF8F0B01}" type="presParOf" srcId="{7C331B19-A77D-4278-96E5-7E93248577DD}" destId="{65B0A73B-A1CB-47E0-961C-2DC1725017EB}" srcOrd="0" destOrd="0" presId="urn:microsoft.com/office/officeart/2005/8/layout/hierarchy1"/>
    <dgm:cxn modelId="{59E1F987-3D39-45DE-91CA-070E8190EDC4}" type="presParOf" srcId="{7C331B19-A77D-4278-96E5-7E93248577DD}" destId="{D1B8C1DA-1040-4EC6-B54C-401E663F5B26}" srcOrd="1" destOrd="0" presId="urn:microsoft.com/office/officeart/2005/8/layout/hierarchy1"/>
    <dgm:cxn modelId="{153B1309-A4A4-4740-B2AF-DB6516657079}" type="presParOf" srcId="{98823443-86C7-4A85-ABEA-43FB651320B4}" destId="{F3D9EA63-F93E-4FE7-8A0A-36FA9DA6D34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E0962CB-2C56-4C3A-9648-DC256882A3F9}" type="doc">
      <dgm:prSet loTypeId="urn:microsoft.com/office/officeart/2005/8/layout/cycle6" loCatId="cycle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D48B32A-D916-41F5-A90A-2FD74169690D}">
      <dgm:prSet/>
      <dgm:spPr/>
      <dgm:t>
        <a:bodyPr/>
        <a:lstStyle/>
        <a:p>
          <a:r>
            <a:rPr lang="en-US"/>
            <a:t>if / elif / else</a:t>
          </a:r>
        </a:p>
      </dgm:t>
    </dgm:pt>
    <dgm:pt modelId="{E53DD18D-8282-445C-BAF7-7217FEBDC10D}" type="parTrans" cxnId="{1A02B28D-35BC-4007-9220-D584FBFA85F9}">
      <dgm:prSet/>
      <dgm:spPr/>
      <dgm:t>
        <a:bodyPr/>
        <a:lstStyle/>
        <a:p>
          <a:endParaRPr lang="en-US"/>
        </a:p>
      </dgm:t>
    </dgm:pt>
    <dgm:pt modelId="{BA731877-7EBD-47FF-8238-D26D99F9BE35}" type="sibTrans" cxnId="{1A02B28D-35BC-4007-9220-D584FBFA85F9}">
      <dgm:prSet/>
      <dgm:spPr/>
      <dgm:t>
        <a:bodyPr/>
        <a:lstStyle/>
        <a:p>
          <a:endParaRPr lang="en-US"/>
        </a:p>
      </dgm:t>
    </dgm:pt>
    <dgm:pt modelId="{F6F283FA-0685-474D-B9EC-FCC5EF7BE3B0}">
      <dgm:prSet/>
      <dgm:spPr/>
      <dgm:t>
        <a:bodyPr/>
        <a:lstStyle/>
        <a:p>
          <a:r>
            <a:rPr lang="en-US"/>
            <a:t>"in" for substring detection</a:t>
          </a:r>
        </a:p>
      </dgm:t>
    </dgm:pt>
    <dgm:pt modelId="{7FD5BC80-D18D-469F-B774-15F16BF051CD}" type="parTrans" cxnId="{CF2931A8-0977-459B-8127-DFDDCF3B67F7}">
      <dgm:prSet/>
      <dgm:spPr/>
      <dgm:t>
        <a:bodyPr/>
        <a:lstStyle/>
        <a:p>
          <a:endParaRPr lang="en-US"/>
        </a:p>
      </dgm:t>
    </dgm:pt>
    <dgm:pt modelId="{F0D17041-D023-4DCA-A9F4-2BCC40878939}" type="sibTrans" cxnId="{CF2931A8-0977-459B-8127-DFDDCF3B67F7}">
      <dgm:prSet/>
      <dgm:spPr/>
      <dgm:t>
        <a:bodyPr/>
        <a:lstStyle/>
        <a:p>
          <a:endParaRPr lang="en-US"/>
        </a:p>
      </dgm:t>
    </dgm:pt>
    <dgm:pt modelId="{BFACB9B4-7AE3-45C4-94EC-C222FD994851}">
      <dgm:prSet/>
      <dgm:spPr/>
      <dgm:t>
        <a:bodyPr/>
        <a:lstStyle/>
        <a:p>
          <a:r>
            <a:rPr lang="en-US"/>
            <a:t>Filtering</a:t>
          </a:r>
        </a:p>
      </dgm:t>
    </dgm:pt>
    <dgm:pt modelId="{F171B78F-E7DA-44BB-AF9B-BCA85A7ED13C}" type="parTrans" cxnId="{7178AC01-4F9E-4144-A0AB-D3C6E3C5FB3A}">
      <dgm:prSet/>
      <dgm:spPr/>
      <dgm:t>
        <a:bodyPr/>
        <a:lstStyle/>
        <a:p>
          <a:endParaRPr lang="en-US"/>
        </a:p>
      </dgm:t>
    </dgm:pt>
    <dgm:pt modelId="{79D9AAEE-7371-42CC-8CD2-F60BD30DBAD5}" type="sibTrans" cxnId="{7178AC01-4F9E-4144-A0AB-D3C6E3C5FB3A}">
      <dgm:prSet/>
      <dgm:spPr/>
      <dgm:t>
        <a:bodyPr/>
        <a:lstStyle/>
        <a:p>
          <a:endParaRPr lang="en-US"/>
        </a:p>
      </dgm:t>
    </dgm:pt>
    <dgm:pt modelId="{E815C48B-CA62-4D59-A0CD-2CFB18113B63}" type="pres">
      <dgm:prSet presAssocID="{6E0962CB-2C56-4C3A-9648-DC256882A3F9}" presName="cycle" presStyleCnt="0">
        <dgm:presLayoutVars>
          <dgm:dir/>
          <dgm:resizeHandles val="exact"/>
        </dgm:presLayoutVars>
      </dgm:prSet>
      <dgm:spPr/>
    </dgm:pt>
    <dgm:pt modelId="{27D219E0-E874-4EE2-9199-41081EFBD19D}" type="pres">
      <dgm:prSet presAssocID="{AD48B32A-D916-41F5-A90A-2FD74169690D}" presName="node" presStyleLbl="node1" presStyleIdx="0" presStyleCnt="3">
        <dgm:presLayoutVars>
          <dgm:bulletEnabled val="1"/>
        </dgm:presLayoutVars>
      </dgm:prSet>
      <dgm:spPr/>
    </dgm:pt>
    <dgm:pt modelId="{14DE3561-6392-4AA1-ABBC-A2F1F3011FAC}" type="pres">
      <dgm:prSet presAssocID="{AD48B32A-D916-41F5-A90A-2FD74169690D}" presName="spNode" presStyleCnt="0"/>
      <dgm:spPr/>
    </dgm:pt>
    <dgm:pt modelId="{2E6BCC64-9CC4-4382-BD4C-2945B355D8A9}" type="pres">
      <dgm:prSet presAssocID="{BA731877-7EBD-47FF-8238-D26D99F9BE35}" presName="sibTrans" presStyleLbl="sibTrans1D1" presStyleIdx="0" presStyleCnt="3"/>
      <dgm:spPr/>
    </dgm:pt>
    <dgm:pt modelId="{0C38AD41-1827-4535-8A18-B698FF179611}" type="pres">
      <dgm:prSet presAssocID="{F6F283FA-0685-474D-B9EC-FCC5EF7BE3B0}" presName="node" presStyleLbl="node1" presStyleIdx="1" presStyleCnt="3">
        <dgm:presLayoutVars>
          <dgm:bulletEnabled val="1"/>
        </dgm:presLayoutVars>
      </dgm:prSet>
      <dgm:spPr/>
    </dgm:pt>
    <dgm:pt modelId="{73C50EE1-E4FF-4898-82BC-C08132E6B5DC}" type="pres">
      <dgm:prSet presAssocID="{F6F283FA-0685-474D-B9EC-FCC5EF7BE3B0}" presName="spNode" presStyleCnt="0"/>
      <dgm:spPr/>
    </dgm:pt>
    <dgm:pt modelId="{E59C9C46-A6C3-4A8A-A747-C95E717B7A23}" type="pres">
      <dgm:prSet presAssocID="{F0D17041-D023-4DCA-A9F4-2BCC40878939}" presName="sibTrans" presStyleLbl="sibTrans1D1" presStyleIdx="1" presStyleCnt="3"/>
      <dgm:spPr/>
    </dgm:pt>
    <dgm:pt modelId="{79C18EE9-A49A-46D1-BEEC-E915282CBFAB}" type="pres">
      <dgm:prSet presAssocID="{BFACB9B4-7AE3-45C4-94EC-C222FD994851}" presName="node" presStyleLbl="node1" presStyleIdx="2" presStyleCnt="3">
        <dgm:presLayoutVars>
          <dgm:bulletEnabled val="1"/>
        </dgm:presLayoutVars>
      </dgm:prSet>
      <dgm:spPr/>
    </dgm:pt>
    <dgm:pt modelId="{43109BA4-CCDF-40DF-A0BF-D297A2CBB3AC}" type="pres">
      <dgm:prSet presAssocID="{BFACB9B4-7AE3-45C4-94EC-C222FD994851}" presName="spNode" presStyleCnt="0"/>
      <dgm:spPr/>
    </dgm:pt>
    <dgm:pt modelId="{8EB8A170-5CA5-4FBF-8F72-6D519344EDB4}" type="pres">
      <dgm:prSet presAssocID="{79D9AAEE-7371-42CC-8CD2-F60BD30DBAD5}" presName="sibTrans" presStyleLbl="sibTrans1D1" presStyleIdx="2" presStyleCnt="3"/>
      <dgm:spPr/>
    </dgm:pt>
  </dgm:ptLst>
  <dgm:cxnLst>
    <dgm:cxn modelId="{7178AC01-4F9E-4144-A0AB-D3C6E3C5FB3A}" srcId="{6E0962CB-2C56-4C3A-9648-DC256882A3F9}" destId="{BFACB9B4-7AE3-45C4-94EC-C222FD994851}" srcOrd="2" destOrd="0" parTransId="{F171B78F-E7DA-44BB-AF9B-BCA85A7ED13C}" sibTransId="{79D9AAEE-7371-42CC-8CD2-F60BD30DBAD5}"/>
    <dgm:cxn modelId="{DAD3ED2A-BB12-4A85-BFE8-88A3F01B323D}" type="presOf" srcId="{79D9AAEE-7371-42CC-8CD2-F60BD30DBAD5}" destId="{8EB8A170-5CA5-4FBF-8F72-6D519344EDB4}" srcOrd="0" destOrd="0" presId="urn:microsoft.com/office/officeart/2005/8/layout/cycle6"/>
    <dgm:cxn modelId="{356DD052-09E8-43BF-8306-51986F788170}" type="presOf" srcId="{BA731877-7EBD-47FF-8238-D26D99F9BE35}" destId="{2E6BCC64-9CC4-4382-BD4C-2945B355D8A9}" srcOrd="0" destOrd="0" presId="urn:microsoft.com/office/officeart/2005/8/layout/cycle6"/>
    <dgm:cxn modelId="{C64DCA73-705D-4FC1-B050-A4B614E1FCDB}" type="presOf" srcId="{BFACB9B4-7AE3-45C4-94EC-C222FD994851}" destId="{79C18EE9-A49A-46D1-BEEC-E915282CBFAB}" srcOrd="0" destOrd="0" presId="urn:microsoft.com/office/officeart/2005/8/layout/cycle6"/>
    <dgm:cxn modelId="{1A02B28D-35BC-4007-9220-D584FBFA85F9}" srcId="{6E0962CB-2C56-4C3A-9648-DC256882A3F9}" destId="{AD48B32A-D916-41F5-A90A-2FD74169690D}" srcOrd="0" destOrd="0" parTransId="{E53DD18D-8282-445C-BAF7-7217FEBDC10D}" sibTransId="{BA731877-7EBD-47FF-8238-D26D99F9BE35}"/>
    <dgm:cxn modelId="{CF2931A8-0977-459B-8127-DFDDCF3B67F7}" srcId="{6E0962CB-2C56-4C3A-9648-DC256882A3F9}" destId="{F6F283FA-0685-474D-B9EC-FCC5EF7BE3B0}" srcOrd="1" destOrd="0" parTransId="{7FD5BC80-D18D-469F-B774-15F16BF051CD}" sibTransId="{F0D17041-D023-4DCA-A9F4-2BCC40878939}"/>
    <dgm:cxn modelId="{9DE7B6C4-AB41-4E5E-9AF9-076E88944F69}" type="presOf" srcId="{AD48B32A-D916-41F5-A90A-2FD74169690D}" destId="{27D219E0-E874-4EE2-9199-41081EFBD19D}" srcOrd="0" destOrd="0" presId="urn:microsoft.com/office/officeart/2005/8/layout/cycle6"/>
    <dgm:cxn modelId="{513ABCC4-6DB9-4FC3-96E0-9C78146E4FBD}" type="presOf" srcId="{6E0962CB-2C56-4C3A-9648-DC256882A3F9}" destId="{E815C48B-CA62-4D59-A0CD-2CFB18113B63}" srcOrd="0" destOrd="0" presId="urn:microsoft.com/office/officeart/2005/8/layout/cycle6"/>
    <dgm:cxn modelId="{D0684DE2-943D-4002-B7D6-B39514A06FBA}" type="presOf" srcId="{F0D17041-D023-4DCA-A9F4-2BCC40878939}" destId="{E59C9C46-A6C3-4A8A-A747-C95E717B7A23}" srcOrd="0" destOrd="0" presId="urn:microsoft.com/office/officeart/2005/8/layout/cycle6"/>
    <dgm:cxn modelId="{4D8FBFF0-EA63-482C-86F5-1DA8E67DC142}" type="presOf" srcId="{F6F283FA-0685-474D-B9EC-FCC5EF7BE3B0}" destId="{0C38AD41-1827-4535-8A18-B698FF179611}" srcOrd="0" destOrd="0" presId="urn:microsoft.com/office/officeart/2005/8/layout/cycle6"/>
    <dgm:cxn modelId="{A2B59C81-1561-400A-9053-36BE180C72BF}" type="presParOf" srcId="{E815C48B-CA62-4D59-A0CD-2CFB18113B63}" destId="{27D219E0-E874-4EE2-9199-41081EFBD19D}" srcOrd="0" destOrd="0" presId="urn:microsoft.com/office/officeart/2005/8/layout/cycle6"/>
    <dgm:cxn modelId="{8CB40E29-764E-4483-B62F-4B4976F5CCAB}" type="presParOf" srcId="{E815C48B-CA62-4D59-A0CD-2CFB18113B63}" destId="{14DE3561-6392-4AA1-ABBC-A2F1F3011FAC}" srcOrd="1" destOrd="0" presId="urn:microsoft.com/office/officeart/2005/8/layout/cycle6"/>
    <dgm:cxn modelId="{8A2D3D4D-7D30-4E8D-82CA-AE62FAD81B94}" type="presParOf" srcId="{E815C48B-CA62-4D59-A0CD-2CFB18113B63}" destId="{2E6BCC64-9CC4-4382-BD4C-2945B355D8A9}" srcOrd="2" destOrd="0" presId="urn:microsoft.com/office/officeart/2005/8/layout/cycle6"/>
    <dgm:cxn modelId="{0EFC20B9-1916-4E2F-8891-C793F06FE5D2}" type="presParOf" srcId="{E815C48B-CA62-4D59-A0CD-2CFB18113B63}" destId="{0C38AD41-1827-4535-8A18-B698FF179611}" srcOrd="3" destOrd="0" presId="urn:microsoft.com/office/officeart/2005/8/layout/cycle6"/>
    <dgm:cxn modelId="{BBCCE92D-9CF4-4FD6-B485-02A17FBD7220}" type="presParOf" srcId="{E815C48B-CA62-4D59-A0CD-2CFB18113B63}" destId="{73C50EE1-E4FF-4898-82BC-C08132E6B5DC}" srcOrd="4" destOrd="0" presId="urn:microsoft.com/office/officeart/2005/8/layout/cycle6"/>
    <dgm:cxn modelId="{F34841E0-02FB-4C3E-897E-BE88752F7209}" type="presParOf" srcId="{E815C48B-CA62-4D59-A0CD-2CFB18113B63}" destId="{E59C9C46-A6C3-4A8A-A747-C95E717B7A23}" srcOrd="5" destOrd="0" presId="urn:microsoft.com/office/officeart/2005/8/layout/cycle6"/>
    <dgm:cxn modelId="{3B153AA9-E3E6-4B48-AB0F-41796D3CA215}" type="presParOf" srcId="{E815C48B-CA62-4D59-A0CD-2CFB18113B63}" destId="{79C18EE9-A49A-46D1-BEEC-E915282CBFAB}" srcOrd="6" destOrd="0" presId="urn:microsoft.com/office/officeart/2005/8/layout/cycle6"/>
    <dgm:cxn modelId="{694DABDE-74A0-41E7-9402-02504723B455}" type="presParOf" srcId="{E815C48B-CA62-4D59-A0CD-2CFB18113B63}" destId="{43109BA4-CCDF-40DF-A0BF-D297A2CBB3AC}" srcOrd="7" destOrd="0" presId="urn:microsoft.com/office/officeart/2005/8/layout/cycle6"/>
    <dgm:cxn modelId="{EF57DE0E-89CA-44AF-98A5-8851E3AD76C8}" type="presParOf" srcId="{E815C48B-CA62-4D59-A0CD-2CFB18113B63}" destId="{8EB8A170-5CA5-4FBF-8F72-6D519344EDB4}" srcOrd="8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F6B59C1-F3E5-4772-9895-C0B5F2871FF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6EF2235-DB96-4B5D-93AC-2D6CE641D8B6}">
      <dgm:prSet/>
      <dgm:spPr/>
      <dgm:t>
        <a:bodyPr/>
        <a:lstStyle/>
        <a:p>
          <a:r>
            <a:rPr lang="en-US"/>
            <a:t>Read → clean → filter → write</a:t>
          </a:r>
        </a:p>
      </dgm:t>
    </dgm:pt>
    <dgm:pt modelId="{43BBC526-C2AD-4D57-A781-B3389AB2694B}" type="parTrans" cxnId="{AE83E836-F618-430B-B5DA-40501D9788B0}">
      <dgm:prSet/>
      <dgm:spPr/>
      <dgm:t>
        <a:bodyPr/>
        <a:lstStyle/>
        <a:p>
          <a:endParaRPr lang="en-US"/>
        </a:p>
      </dgm:t>
    </dgm:pt>
    <dgm:pt modelId="{72E3FC1B-32F1-43CA-A2BD-A6FB8ED35A4F}" type="sibTrans" cxnId="{AE83E836-F618-430B-B5DA-40501D9788B0}">
      <dgm:prSet/>
      <dgm:spPr/>
      <dgm:t>
        <a:bodyPr/>
        <a:lstStyle/>
        <a:p>
          <a:endParaRPr lang="en-US"/>
        </a:p>
      </dgm:t>
    </dgm:pt>
    <dgm:pt modelId="{D08602E4-00B0-4602-B314-EE68DA1A923B}">
      <dgm:prSet/>
      <dgm:spPr/>
      <dgm:t>
        <a:bodyPr/>
        <a:lstStyle/>
        <a:p>
          <a:r>
            <a:rPr lang="en-US"/>
            <a:t>Realistic small example</a:t>
          </a:r>
        </a:p>
      </dgm:t>
    </dgm:pt>
    <dgm:pt modelId="{98A1D945-4C89-4DFD-B883-E1C3D99346BC}" type="parTrans" cxnId="{8EC2C9ED-7376-4A02-88F1-4752AFB6E947}">
      <dgm:prSet/>
      <dgm:spPr/>
      <dgm:t>
        <a:bodyPr/>
        <a:lstStyle/>
        <a:p>
          <a:endParaRPr lang="en-US"/>
        </a:p>
      </dgm:t>
    </dgm:pt>
    <dgm:pt modelId="{DF324553-403E-48B0-8CE8-2AC521819022}" type="sibTrans" cxnId="{8EC2C9ED-7376-4A02-88F1-4752AFB6E947}">
      <dgm:prSet/>
      <dgm:spPr/>
      <dgm:t>
        <a:bodyPr/>
        <a:lstStyle/>
        <a:p>
          <a:endParaRPr lang="en-US"/>
        </a:p>
      </dgm:t>
    </dgm:pt>
    <dgm:pt modelId="{A3438C5F-BDF4-4F28-8E1A-F7566F0097BC}" type="pres">
      <dgm:prSet presAssocID="{5F6B59C1-F3E5-4772-9895-C0B5F2871FFF}" presName="linear" presStyleCnt="0">
        <dgm:presLayoutVars>
          <dgm:animLvl val="lvl"/>
          <dgm:resizeHandles val="exact"/>
        </dgm:presLayoutVars>
      </dgm:prSet>
      <dgm:spPr/>
    </dgm:pt>
    <dgm:pt modelId="{90103A87-ACB9-4F39-8FCB-29AE58731BE0}" type="pres">
      <dgm:prSet presAssocID="{36EF2235-DB96-4B5D-93AC-2D6CE641D8B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866F049-B5BF-442D-A3CF-3F5978FF7E1C}" type="pres">
      <dgm:prSet presAssocID="{72E3FC1B-32F1-43CA-A2BD-A6FB8ED35A4F}" presName="spacer" presStyleCnt="0"/>
      <dgm:spPr/>
    </dgm:pt>
    <dgm:pt modelId="{4A4BAFBB-143E-435D-8080-FA0C3C8F1BD4}" type="pres">
      <dgm:prSet presAssocID="{D08602E4-00B0-4602-B314-EE68DA1A923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E83E836-F618-430B-B5DA-40501D9788B0}" srcId="{5F6B59C1-F3E5-4772-9895-C0B5F2871FFF}" destId="{36EF2235-DB96-4B5D-93AC-2D6CE641D8B6}" srcOrd="0" destOrd="0" parTransId="{43BBC526-C2AD-4D57-A781-B3389AB2694B}" sibTransId="{72E3FC1B-32F1-43CA-A2BD-A6FB8ED35A4F}"/>
    <dgm:cxn modelId="{4F8E7787-81AE-4FB6-9921-E4442FF1EB2F}" type="presOf" srcId="{36EF2235-DB96-4B5D-93AC-2D6CE641D8B6}" destId="{90103A87-ACB9-4F39-8FCB-29AE58731BE0}" srcOrd="0" destOrd="0" presId="urn:microsoft.com/office/officeart/2005/8/layout/vList2"/>
    <dgm:cxn modelId="{0BE25AAB-9E7C-4FAE-9BB0-9D89413EEBEC}" type="presOf" srcId="{D08602E4-00B0-4602-B314-EE68DA1A923B}" destId="{4A4BAFBB-143E-435D-8080-FA0C3C8F1BD4}" srcOrd="0" destOrd="0" presId="urn:microsoft.com/office/officeart/2005/8/layout/vList2"/>
    <dgm:cxn modelId="{82B854B5-C16C-4B62-BFA6-79ADE07E19BD}" type="presOf" srcId="{5F6B59C1-F3E5-4772-9895-C0B5F2871FFF}" destId="{A3438C5F-BDF4-4F28-8E1A-F7566F0097BC}" srcOrd="0" destOrd="0" presId="urn:microsoft.com/office/officeart/2005/8/layout/vList2"/>
    <dgm:cxn modelId="{8EC2C9ED-7376-4A02-88F1-4752AFB6E947}" srcId="{5F6B59C1-F3E5-4772-9895-C0B5F2871FFF}" destId="{D08602E4-00B0-4602-B314-EE68DA1A923B}" srcOrd="1" destOrd="0" parTransId="{98A1D945-4C89-4DFD-B883-E1C3D99346BC}" sibTransId="{DF324553-403E-48B0-8CE8-2AC521819022}"/>
    <dgm:cxn modelId="{FBD6CF07-1BA2-4F43-8EBA-BE119AC8E0ED}" type="presParOf" srcId="{A3438C5F-BDF4-4F28-8E1A-F7566F0097BC}" destId="{90103A87-ACB9-4F39-8FCB-29AE58731BE0}" srcOrd="0" destOrd="0" presId="urn:microsoft.com/office/officeart/2005/8/layout/vList2"/>
    <dgm:cxn modelId="{3DA405D7-0FDD-47C2-8DAA-0896724F263C}" type="presParOf" srcId="{A3438C5F-BDF4-4F28-8E1A-F7566F0097BC}" destId="{2866F049-B5BF-442D-A3CF-3F5978FF7E1C}" srcOrd="1" destOrd="0" presId="urn:microsoft.com/office/officeart/2005/8/layout/vList2"/>
    <dgm:cxn modelId="{E4D0F9D9-FE3A-4A26-9DD0-673A580C946C}" type="presParOf" srcId="{A3438C5F-BDF4-4F28-8E1A-F7566F0097BC}" destId="{4A4BAFBB-143E-435D-8080-FA0C3C8F1BD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1D0E1C4-8240-4DC4-A5EE-AF836C57B35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A13D0F7-6D7E-4830-ABC9-92853D9C5505}">
      <dgm:prSet/>
      <dgm:spPr/>
      <dgm:t>
        <a:bodyPr/>
        <a:lstStyle/>
        <a:p>
          <a:r>
            <a:rPr lang="en-US"/>
            <a:t>Load file</a:t>
          </a:r>
        </a:p>
      </dgm:t>
    </dgm:pt>
    <dgm:pt modelId="{2692F209-F759-4506-9BFD-DFFC62AE639A}" type="parTrans" cxnId="{57EE7623-FDC3-4E66-A80E-D0CFDB23505D}">
      <dgm:prSet/>
      <dgm:spPr/>
      <dgm:t>
        <a:bodyPr/>
        <a:lstStyle/>
        <a:p>
          <a:endParaRPr lang="en-US"/>
        </a:p>
      </dgm:t>
    </dgm:pt>
    <dgm:pt modelId="{553B0784-BFB8-4ED7-BD23-C706F0D55292}" type="sibTrans" cxnId="{57EE7623-FDC3-4E66-A80E-D0CFDB23505D}">
      <dgm:prSet/>
      <dgm:spPr/>
      <dgm:t>
        <a:bodyPr/>
        <a:lstStyle/>
        <a:p>
          <a:endParaRPr lang="en-US"/>
        </a:p>
      </dgm:t>
    </dgm:pt>
    <dgm:pt modelId="{3C8A4367-A9AF-43CF-B21E-764C5FEE1B5B}">
      <dgm:prSet/>
      <dgm:spPr/>
      <dgm:t>
        <a:bodyPr/>
        <a:lstStyle/>
        <a:p>
          <a:r>
            <a:rPr lang="en-US"/>
            <a:t>Clean lines</a:t>
          </a:r>
        </a:p>
      </dgm:t>
    </dgm:pt>
    <dgm:pt modelId="{EB76E49F-FA7D-477B-8B7D-AECBF7297464}" type="parTrans" cxnId="{C3E3A417-F3BD-4EFB-BEDC-B6205D44C458}">
      <dgm:prSet/>
      <dgm:spPr/>
      <dgm:t>
        <a:bodyPr/>
        <a:lstStyle/>
        <a:p>
          <a:endParaRPr lang="en-US"/>
        </a:p>
      </dgm:t>
    </dgm:pt>
    <dgm:pt modelId="{3D333E84-E12C-44DE-92F2-B787A5C5DE8A}" type="sibTrans" cxnId="{C3E3A417-F3BD-4EFB-BEDC-B6205D44C458}">
      <dgm:prSet/>
      <dgm:spPr/>
      <dgm:t>
        <a:bodyPr/>
        <a:lstStyle/>
        <a:p>
          <a:endParaRPr lang="en-US"/>
        </a:p>
      </dgm:t>
    </dgm:pt>
    <dgm:pt modelId="{FEC54E61-2881-45AF-B659-DB8AC686414E}">
      <dgm:prSet/>
      <dgm:spPr/>
      <dgm:t>
        <a:bodyPr/>
        <a:lstStyle/>
        <a:p>
          <a:r>
            <a:rPr lang="en-US"/>
            <a:t>Filter</a:t>
          </a:r>
        </a:p>
      </dgm:t>
    </dgm:pt>
    <dgm:pt modelId="{29AB4BA7-B50D-4E76-BD96-41741C0F15DB}" type="parTrans" cxnId="{01495D77-CD95-4423-BAC4-E19F122C10FB}">
      <dgm:prSet/>
      <dgm:spPr/>
      <dgm:t>
        <a:bodyPr/>
        <a:lstStyle/>
        <a:p>
          <a:endParaRPr lang="en-US"/>
        </a:p>
      </dgm:t>
    </dgm:pt>
    <dgm:pt modelId="{0CFF3DC3-CC41-4B55-A9A2-EC7927930763}" type="sibTrans" cxnId="{01495D77-CD95-4423-BAC4-E19F122C10FB}">
      <dgm:prSet/>
      <dgm:spPr/>
      <dgm:t>
        <a:bodyPr/>
        <a:lstStyle/>
        <a:p>
          <a:endParaRPr lang="en-US"/>
        </a:p>
      </dgm:t>
    </dgm:pt>
    <dgm:pt modelId="{795F4E7A-291C-4B31-8DB9-38CDCB9D98B5}">
      <dgm:prSet/>
      <dgm:spPr/>
      <dgm:t>
        <a:bodyPr/>
        <a:lstStyle/>
        <a:p>
          <a:r>
            <a:rPr lang="en-US"/>
            <a:t>Save</a:t>
          </a:r>
        </a:p>
      </dgm:t>
    </dgm:pt>
    <dgm:pt modelId="{B24841A5-2562-4379-8A08-D7AAAF0960C7}" type="parTrans" cxnId="{31DA3933-457C-4CB8-8FEF-9068F63306AE}">
      <dgm:prSet/>
      <dgm:spPr/>
      <dgm:t>
        <a:bodyPr/>
        <a:lstStyle/>
        <a:p>
          <a:endParaRPr lang="en-US"/>
        </a:p>
      </dgm:t>
    </dgm:pt>
    <dgm:pt modelId="{9E3B5571-0AEE-42CA-8E3D-F6596410BC21}" type="sibTrans" cxnId="{31DA3933-457C-4CB8-8FEF-9068F63306AE}">
      <dgm:prSet/>
      <dgm:spPr/>
      <dgm:t>
        <a:bodyPr/>
        <a:lstStyle/>
        <a:p>
          <a:endParaRPr lang="en-US"/>
        </a:p>
      </dgm:t>
    </dgm:pt>
    <dgm:pt modelId="{3C5A6308-8859-4ADC-A12B-C173154B5CC3}" type="pres">
      <dgm:prSet presAssocID="{D1D0E1C4-8240-4DC4-A5EE-AF836C57B35C}" presName="linear" presStyleCnt="0">
        <dgm:presLayoutVars>
          <dgm:animLvl val="lvl"/>
          <dgm:resizeHandles val="exact"/>
        </dgm:presLayoutVars>
      </dgm:prSet>
      <dgm:spPr/>
    </dgm:pt>
    <dgm:pt modelId="{AC8F824D-2333-46F8-A847-7F1119DD2ED3}" type="pres">
      <dgm:prSet presAssocID="{4A13D0F7-6D7E-4830-ABC9-92853D9C550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252F63C-4926-41FA-A3AB-BEC06F83FC8E}" type="pres">
      <dgm:prSet presAssocID="{553B0784-BFB8-4ED7-BD23-C706F0D55292}" presName="spacer" presStyleCnt="0"/>
      <dgm:spPr/>
    </dgm:pt>
    <dgm:pt modelId="{A68A27A2-E6C0-443A-BD64-23C2472D31BA}" type="pres">
      <dgm:prSet presAssocID="{3C8A4367-A9AF-43CF-B21E-764C5FEE1B5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FE4DD69-101A-43B3-8455-5F82CAB4F72C}" type="pres">
      <dgm:prSet presAssocID="{3D333E84-E12C-44DE-92F2-B787A5C5DE8A}" presName="spacer" presStyleCnt="0"/>
      <dgm:spPr/>
    </dgm:pt>
    <dgm:pt modelId="{6BFA8AD2-0C9F-4100-9B1E-0354CAFDF9D7}" type="pres">
      <dgm:prSet presAssocID="{FEC54E61-2881-45AF-B659-DB8AC686414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4D12035-6604-4FF2-BDB1-C1C206D4F727}" type="pres">
      <dgm:prSet presAssocID="{0CFF3DC3-CC41-4B55-A9A2-EC7927930763}" presName="spacer" presStyleCnt="0"/>
      <dgm:spPr/>
    </dgm:pt>
    <dgm:pt modelId="{9110D115-4BFB-4F12-8686-8166EBFA03F0}" type="pres">
      <dgm:prSet presAssocID="{795F4E7A-291C-4B31-8DB9-38CDCB9D98B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3E3A417-F3BD-4EFB-BEDC-B6205D44C458}" srcId="{D1D0E1C4-8240-4DC4-A5EE-AF836C57B35C}" destId="{3C8A4367-A9AF-43CF-B21E-764C5FEE1B5B}" srcOrd="1" destOrd="0" parTransId="{EB76E49F-FA7D-477B-8B7D-AECBF7297464}" sibTransId="{3D333E84-E12C-44DE-92F2-B787A5C5DE8A}"/>
    <dgm:cxn modelId="{0AFAE521-5E89-410B-B946-2D79C24CAE35}" type="presOf" srcId="{D1D0E1C4-8240-4DC4-A5EE-AF836C57B35C}" destId="{3C5A6308-8859-4ADC-A12B-C173154B5CC3}" srcOrd="0" destOrd="0" presId="urn:microsoft.com/office/officeart/2005/8/layout/vList2"/>
    <dgm:cxn modelId="{57EE7623-FDC3-4E66-A80E-D0CFDB23505D}" srcId="{D1D0E1C4-8240-4DC4-A5EE-AF836C57B35C}" destId="{4A13D0F7-6D7E-4830-ABC9-92853D9C5505}" srcOrd="0" destOrd="0" parTransId="{2692F209-F759-4506-9BFD-DFFC62AE639A}" sibTransId="{553B0784-BFB8-4ED7-BD23-C706F0D55292}"/>
    <dgm:cxn modelId="{31DA3933-457C-4CB8-8FEF-9068F63306AE}" srcId="{D1D0E1C4-8240-4DC4-A5EE-AF836C57B35C}" destId="{795F4E7A-291C-4B31-8DB9-38CDCB9D98B5}" srcOrd="3" destOrd="0" parTransId="{B24841A5-2562-4379-8A08-D7AAAF0960C7}" sibTransId="{9E3B5571-0AEE-42CA-8E3D-F6596410BC21}"/>
    <dgm:cxn modelId="{41C8DE38-75E1-4CE9-9C60-72C6AE0D075B}" type="presOf" srcId="{795F4E7A-291C-4B31-8DB9-38CDCB9D98B5}" destId="{9110D115-4BFB-4F12-8686-8166EBFA03F0}" srcOrd="0" destOrd="0" presId="urn:microsoft.com/office/officeart/2005/8/layout/vList2"/>
    <dgm:cxn modelId="{7563D347-A10B-4FB4-96B2-6A63C22F1FE5}" type="presOf" srcId="{3C8A4367-A9AF-43CF-B21E-764C5FEE1B5B}" destId="{A68A27A2-E6C0-443A-BD64-23C2472D31BA}" srcOrd="0" destOrd="0" presId="urn:microsoft.com/office/officeart/2005/8/layout/vList2"/>
    <dgm:cxn modelId="{01495D77-CD95-4423-BAC4-E19F122C10FB}" srcId="{D1D0E1C4-8240-4DC4-A5EE-AF836C57B35C}" destId="{FEC54E61-2881-45AF-B659-DB8AC686414E}" srcOrd="2" destOrd="0" parTransId="{29AB4BA7-B50D-4E76-BD96-41741C0F15DB}" sibTransId="{0CFF3DC3-CC41-4B55-A9A2-EC7927930763}"/>
    <dgm:cxn modelId="{DF73EE79-7391-4AD2-B460-0355F5797B89}" type="presOf" srcId="{4A13D0F7-6D7E-4830-ABC9-92853D9C5505}" destId="{AC8F824D-2333-46F8-A847-7F1119DD2ED3}" srcOrd="0" destOrd="0" presId="urn:microsoft.com/office/officeart/2005/8/layout/vList2"/>
    <dgm:cxn modelId="{16B03CE9-8B19-4B83-BAF3-D55C490C9345}" type="presOf" srcId="{FEC54E61-2881-45AF-B659-DB8AC686414E}" destId="{6BFA8AD2-0C9F-4100-9B1E-0354CAFDF9D7}" srcOrd="0" destOrd="0" presId="urn:microsoft.com/office/officeart/2005/8/layout/vList2"/>
    <dgm:cxn modelId="{4509593F-EE32-4D98-9577-612674991212}" type="presParOf" srcId="{3C5A6308-8859-4ADC-A12B-C173154B5CC3}" destId="{AC8F824D-2333-46F8-A847-7F1119DD2ED3}" srcOrd="0" destOrd="0" presId="urn:microsoft.com/office/officeart/2005/8/layout/vList2"/>
    <dgm:cxn modelId="{4CCACA56-3627-4413-AF84-37790FD24426}" type="presParOf" srcId="{3C5A6308-8859-4ADC-A12B-C173154B5CC3}" destId="{6252F63C-4926-41FA-A3AB-BEC06F83FC8E}" srcOrd="1" destOrd="0" presId="urn:microsoft.com/office/officeart/2005/8/layout/vList2"/>
    <dgm:cxn modelId="{D3670BC9-2763-4C96-B426-1FEB578405BE}" type="presParOf" srcId="{3C5A6308-8859-4ADC-A12B-C173154B5CC3}" destId="{A68A27A2-E6C0-443A-BD64-23C2472D31BA}" srcOrd="2" destOrd="0" presId="urn:microsoft.com/office/officeart/2005/8/layout/vList2"/>
    <dgm:cxn modelId="{26C811E5-C427-4953-8AE0-E0E5F04AD1AF}" type="presParOf" srcId="{3C5A6308-8859-4ADC-A12B-C173154B5CC3}" destId="{DFE4DD69-101A-43B3-8455-5F82CAB4F72C}" srcOrd="3" destOrd="0" presId="urn:microsoft.com/office/officeart/2005/8/layout/vList2"/>
    <dgm:cxn modelId="{A794E7D5-116D-4567-B1C2-C09138852510}" type="presParOf" srcId="{3C5A6308-8859-4ADC-A12B-C173154B5CC3}" destId="{6BFA8AD2-0C9F-4100-9B1E-0354CAFDF9D7}" srcOrd="4" destOrd="0" presId="urn:microsoft.com/office/officeart/2005/8/layout/vList2"/>
    <dgm:cxn modelId="{F9D45BC4-AFF8-4E33-B9AC-69CF2D93E125}" type="presParOf" srcId="{3C5A6308-8859-4ADC-A12B-C173154B5CC3}" destId="{D4D12035-6604-4FF2-BDB1-C1C206D4F727}" srcOrd="5" destOrd="0" presId="urn:microsoft.com/office/officeart/2005/8/layout/vList2"/>
    <dgm:cxn modelId="{3F128315-D1D3-4FED-B451-D3B709891139}" type="presParOf" srcId="{3C5A6308-8859-4ADC-A12B-C173154B5CC3}" destId="{9110D115-4BFB-4F12-8686-8166EBFA03F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A757B27-CAF2-4EB1-BCA3-CC5C49A3101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A15C277-4E73-4D4E-AB2E-D1536D629E17}">
      <dgm:prSet/>
      <dgm:spPr/>
      <dgm:t>
        <a:bodyPr/>
        <a:lstStyle/>
        <a:p>
          <a:r>
            <a:rPr lang="en-US"/>
            <a:t>Files</a:t>
          </a:r>
        </a:p>
      </dgm:t>
    </dgm:pt>
    <dgm:pt modelId="{2AC1DA8A-C677-4A5B-8080-1B8654C57329}" type="parTrans" cxnId="{282689A5-9BE6-4718-9A4A-0087DC08D155}">
      <dgm:prSet/>
      <dgm:spPr/>
      <dgm:t>
        <a:bodyPr/>
        <a:lstStyle/>
        <a:p>
          <a:endParaRPr lang="en-US"/>
        </a:p>
      </dgm:t>
    </dgm:pt>
    <dgm:pt modelId="{4C7C9DFE-F0BD-4099-831A-C55518C64CBD}" type="sibTrans" cxnId="{282689A5-9BE6-4718-9A4A-0087DC08D155}">
      <dgm:prSet/>
      <dgm:spPr/>
      <dgm:t>
        <a:bodyPr/>
        <a:lstStyle/>
        <a:p>
          <a:endParaRPr lang="en-US"/>
        </a:p>
      </dgm:t>
    </dgm:pt>
    <dgm:pt modelId="{031A2336-97D3-4237-AE01-7810ADC7B30C}">
      <dgm:prSet/>
      <dgm:spPr/>
      <dgm:t>
        <a:bodyPr/>
        <a:lstStyle/>
        <a:p>
          <a:r>
            <a:rPr lang="en-US"/>
            <a:t>Strings</a:t>
          </a:r>
        </a:p>
      </dgm:t>
    </dgm:pt>
    <dgm:pt modelId="{6D250D15-F778-40D8-BDA5-8105177A2D19}" type="parTrans" cxnId="{94AD30FA-BB29-4807-A80A-E86801D0EA9A}">
      <dgm:prSet/>
      <dgm:spPr/>
      <dgm:t>
        <a:bodyPr/>
        <a:lstStyle/>
        <a:p>
          <a:endParaRPr lang="en-US"/>
        </a:p>
      </dgm:t>
    </dgm:pt>
    <dgm:pt modelId="{CD0444A9-170C-4FC2-BBA9-06CF0A3E26D0}" type="sibTrans" cxnId="{94AD30FA-BB29-4807-A80A-E86801D0EA9A}">
      <dgm:prSet/>
      <dgm:spPr/>
      <dgm:t>
        <a:bodyPr/>
        <a:lstStyle/>
        <a:p>
          <a:endParaRPr lang="en-US"/>
        </a:p>
      </dgm:t>
    </dgm:pt>
    <dgm:pt modelId="{0B03654A-35C8-450A-8219-49ECEABBD020}">
      <dgm:prSet/>
      <dgm:spPr/>
      <dgm:t>
        <a:bodyPr/>
        <a:lstStyle/>
        <a:p>
          <a:r>
            <a:rPr lang="en-US"/>
            <a:t>Lists</a:t>
          </a:r>
        </a:p>
      </dgm:t>
    </dgm:pt>
    <dgm:pt modelId="{140AFD87-D0DE-45DF-8C56-64C32032DE17}" type="parTrans" cxnId="{08BEBBFA-9D83-455F-8E67-61033F651859}">
      <dgm:prSet/>
      <dgm:spPr/>
      <dgm:t>
        <a:bodyPr/>
        <a:lstStyle/>
        <a:p>
          <a:endParaRPr lang="en-US"/>
        </a:p>
      </dgm:t>
    </dgm:pt>
    <dgm:pt modelId="{D47D8DCD-8649-411F-92F1-343AB1391ED0}" type="sibTrans" cxnId="{08BEBBFA-9D83-455F-8E67-61033F651859}">
      <dgm:prSet/>
      <dgm:spPr/>
      <dgm:t>
        <a:bodyPr/>
        <a:lstStyle/>
        <a:p>
          <a:endParaRPr lang="en-US"/>
        </a:p>
      </dgm:t>
    </dgm:pt>
    <dgm:pt modelId="{DCC802F2-AAC1-4C95-B176-A32A438F4473}">
      <dgm:prSet/>
      <dgm:spPr/>
      <dgm:t>
        <a:bodyPr/>
        <a:lstStyle/>
        <a:p>
          <a:r>
            <a:rPr lang="en-US"/>
            <a:t>Loops</a:t>
          </a:r>
        </a:p>
      </dgm:t>
    </dgm:pt>
    <dgm:pt modelId="{9FAFD2E2-00E7-4DC8-9071-1E1AB91FD549}" type="parTrans" cxnId="{9FED730D-0405-4195-84C6-D2DA72222FDC}">
      <dgm:prSet/>
      <dgm:spPr/>
      <dgm:t>
        <a:bodyPr/>
        <a:lstStyle/>
        <a:p>
          <a:endParaRPr lang="en-US"/>
        </a:p>
      </dgm:t>
    </dgm:pt>
    <dgm:pt modelId="{48A344B0-69EC-4D43-A984-93F16E840F50}" type="sibTrans" cxnId="{9FED730D-0405-4195-84C6-D2DA72222FDC}">
      <dgm:prSet/>
      <dgm:spPr/>
      <dgm:t>
        <a:bodyPr/>
        <a:lstStyle/>
        <a:p>
          <a:endParaRPr lang="en-US"/>
        </a:p>
      </dgm:t>
    </dgm:pt>
    <dgm:pt modelId="{72C4BDD4-7D1B-405E-9048-6889CFC01D0E}">
      <dgm:prSet/>
      <dgm:spPr/>
      <dgm:t>
        <a:bodyPr/>
        <a:lstStyle/>
        <a:p>
          <a:r>
            <a:rPr lang="en-US"/>
            <a:t>Logic</a:t>
          </a:r>
        </a:p>
      </dgm:t>
    </dgm:pt>
    <dgm:pt modelId="{439A5658-1263-4B86-BF44-0EE1090B60A0}" type="parTrans" cxnId="{8E188776-6AAB-4C0C-8198-A306A7687EB7}">
      <dgm:prSet/>
      <dgm:spPr/>
      <dgm:t>
        <a:bodyPr/>
        <a:lstStyle/>
        <a:p>
          <a:endParaRPr lang="en-US"/>
        </a:p>
      </dgm:t>
    </dgm:pt>
    <dgm:pt modelId="{C524BCF4-D875-4A6B-BA0E-7F0D21D263DE}" type="sibTrans" cxnId="{8E188776-6AAB-4C0C-8198-A306A7687EB7}">
      <dgm:prSet/>
      <dgm:spPr/>
      <dgm:t>
        <a:bodyPr/>
        <a:lstStyle/>
        <a:p>
          <a:endParaRPr lang="en-US"/>
        </a:p>
      </dgm:t>
    </dgm:pt>
    <dgm:pt modelId="{B99FE3D1-8A6F-47DC-B6B9-74D98EFAB2FD}" type="pres">
      <dgm:prSet presAssocID="{8A757B27-CAF2-4EB1-BCA3-CC5C49A3101C}" presName="linear" presStyleCnt="0">
        <dgm:presLayoutVars>
          <dgm:animLvl val="lvl"/>
          <dgm:resizeHandles val="exact"/>
        </dgm:presLayoutVars>
      </dgm:prSet>
      <dgm:spPr/>
    </dgm:pt>
    <dgm:pt modelId="{0FA58341-0852-43FA-B4B2-47CED6BFBD08}" type="pres">
      <dgm:prSet presAssocID="{9A15C277-4E73-4D4E-AB2E-D1536D629E1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0420AF3-A255-4D46-96D9-5B4B06580F47}" type="pres">
      <dgm:prSet presAssocID="{4C7C9DFE-F0BD-4099-831A-C55518C64CBD}" presName="spacer" presStyleCnt="0"/>
      <dgm:spPr/>
    </dgm:pt>
    <dgm:pt modelId="{38B400BA-6878-4380-B3A9-3DD0D146AB1D}" type="pres">
      <dgm:prSet presAssocID="{031A2336-97D3-4237-AE01-7810ADC7B30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D6EF6AE-2DCD-48B5-AFDB-03583265FCBD}" type="pres">
      <dgm:prSet presAssocID="{CD0444A9-170C-4FC2-BBA9-06CF0A3E26D0}" presName="spacer" presStyleCnt="0"/>
      <dgm:spPr/>
    </dgm:pt>
    <dgm:pt modelId="{1820ED35-9D22-40DB-BC1F-8E56A590CD19}" type="pres">
      <dgm:prSet presAssocID="{0B03654A-35C8-450A-8219-49ECEABBD02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5CD23A2-C97A-400A-A0DB-2968E9231F90}" type="pres">
      <dgm:prSet presAssocID="{D47D8DCD-8649-411F-92F1-343AB1391ED0}" presName="spacer" presStyleCnt="0"/>
      <dgm:spPr/>
    </dgm:pt>
    <dgm:pt modelId="{1C1622D9-71C3-48B0-82F5-30E91FC932B4}" type="pres">
      <dgm:prSet presAssocID="{DCC802F2-AAC1-4C95-B176-A32A438F447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6F12C26-1AB7-4337-91AD-D9E60011AB44}" type="pres">
      <dgm:prSet presAssocID="{48A344B0-69EC-4D43-A984-93F16E840F50}" presName="spacer" presStyleCnt="0"/>
      <dgm:spPr/>
    </dgm:pt>
    <dgm:pt modelId="{86B0291D-91BD-4F12-A316-20DB51E0BD58}" type="pres">
      <dgm:prSet presAssocID="{72C4BDD4-7D1B-405E-9048-6889CFC01D0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2502002-046F-4EDA-9D30-59F379748C53}" type="presOf" srcId="{031A2336-97D3-4237-AE01-7810ADC7B30C}" destId="{38B400BA-6878-4380-B3A9-3DD0D146AB1D}" srcOrd="0" destOrd="0" presId="urn:microsoft.com/office/officeart/2005/8/layout/vList2"/>
    <dgm:cxn modelId="{9FED730D-0405-4195-84C6-D2DA72222FDC}" srcId="{8A757B27-CAF2-4EB1-BCA3-CC5C49A3101C}" destId="{DCC802F2-AAC1-4C95-B176-A32A438F4473}" srcOrd="3" destOrd="0" parTransId="{9FAFD2E2-00E7-4DC8-9071-1E1AB91FD549}" sibTransId="{48A344B0-69EC-4D43-A984-93F16E840F50}"/>
    <dgm:cxn modelId="{49DFB71D-B4D3-4897-B0DE-6E39127EFE61}" type="presOf" srcId="{DCC802F2-AAC1-4C95-B176-A32A438F4473}" destId="{1C1622D9-71C3-48B0-82F5-30E91FC932B4}" srcOrd="0" destOrd="0" presId="urn:microsoft.com/office/officeart/2005/8/layout/vList2"/>
    <dgm:cxn modelId="{3404A61F-3BA1-4A46-AB9B-068136FB6133}" type="presOf" srcId="{8A757B27-CAF2-4EB1-BCA3-CC5C49A3101C}" destId="{B99FE3D1-8A6F-47DC-B6B9-74D98EFAB2FD}" srcOrd="0" destOrd="0" presId="urn:microsoft.com/office/officeart/2005/8/layout/vList2"/>
    <dgm:cxn modelId="{B30FAE25-1BF6-4E80-BC07-ADF62AD8D576}" type="presOf" srcId="{0B03654A-35C8-450A-8219-49ECEABBD020}" destId="{1820ED35-9D22-40DB-BC1F-8E56A590CD19}" srcOrd="0" destOrd="0" presId="urn:microsoft.com/office/officeart/2005/8/layout/vList2"/>
    <dgm:cxn modelId="{F186132C-11AD-46F0-BD8D-679E83EED119}" type="presOf" srcId="{72C4BDD4-7D1B-405E-9048-6889CFC01D0E}" destId="{86B0291D-91BD-4F12-A316-20DB51E0BD58}" srcOrd="0" destOrd="0" presId="urn:microsoft.com/office/officeart/2005/8/layout/vList2"/>
    <dgm:cxn modelId="{8E188776-6AAB-4C0C-8198-A306A7687EB7}" srcId="{8A757B27-CAF2-4EB1-BCA3-CC5C49A3101C}" destId="{72C4BDD4-7D1B-405E-9048-6889CFC01D0E}" srcOrd="4" destOrd="0" parTransId="{439A5658-1263-4B86-BF44-0EE1090B60A0}" sibTransId="{C524BCF4-D875-4A6B-BA0E-7F0D21D263DE}"/>
    <dgm:cxn modelId="{A356D983-F754-4A53-9AF5-6ADE2DC4528C}" type="presOf" srcId="{9A15C277-4E73-4D4E-AB2E-D1536D629E17}" destId="{0FA58341-0852-43FA-B4B2-47CED6BFBD08}" srcOrd="0" destOrd="0" presId="urn:microsoft.com/office/officeart/2005/8/layout/vList2"/>
    <dgm:cxn modelId="{282689A5-9BE6-4718-9A4A-0087DC08D155}" srcId="{8A757B27-CAF2-4EB1-BCA3-CC5C49A3101C}" destId="{9A15C277-4E73-4D4E-AB2E-D1536D629E17}" srcOrd="0" destOrd="0" parTransId="{2AC1DA8A-C677-4A5B-8080-1B8654C57329}" sibTransId="{4C7C9DFE-F0BD-4099-831A-C55518C64CBD}"/>
    <dgm:cxn modelId="{94AD30FA-BB29-4807-A80A-E86801D0EA9A}" srcId="{8A757B27-CAF2-4EB1-BCA3-CC5C49A3101C}" destId="{031A2336-97D3-4237-AE01-7810ADC7B30C}" srcOrd="1" destOrd="0" parTransId="{6D250D15-F778-40D8-BDA5-8105177A2D19}" sibTransId="{CD0444A9-170C-4FC2-BBA9-06CF0A3E26D0}"/>
    <dgm:cxn modelId="{08BEBBFA-9D83-455F-8E67-61033F651859}" srcId="{8A757B27-CAF2-4EB1-BCA3-CC5C49A3101C}" destId="{0B03654A-35C8-450A-8219-49ECEABBD020}" srcOrd="2" destOrd="0" parTransId="{140AFD87-D0DE-45DF-8C56-64C32032DE17}" sibTransId="{D47D8DCD-8649-411F-92F1-343AB1391ED0}"/>
    <dgm:cxn modelId="{06824754-02FF-4A61-AC5C-7F61F6A38137}" type="presParOf" srcId="{B99FE3D1-8A6F-47DC-B6B9-74D98EFAB2FD}" destId="{0FA58341-0852-43FA-B4B2-47CED6BFBD08}" srcOrd="0" destOrd="0" presId="urn:microsoft.com/office/officeart/2005/8/layout/vList2"/>
    <dgm:cxn modelId="{6BF301B7-C6A1-4D44-BFFF-3E88114FEE02}" type="presParOf" srcId="{B99FE3D1-8A6F-47DC-B6B9-74D98EFAB2FD}" destId="{50420AF3-A255-4D46-96D9-5B4B06580F47}" srcOrd="1" destOrd="0" presId="urn:microsoft.com/office/officeart/2005/8/layout/vList2"/>
    <dgm:cxn modelId="{1D17E9AA-4EA2-4D37-8633-1ACF12AD614F}" type="presParOf" srcId="{B99FE3D1-8A6F-47DC-B6B9-74D98EFAB2FD}" destId="{38B400BA-6878-4380-B3A9-3DD0D146AB1D}" srcOrd="2" destOrd="0" presId="urn:microsoft.com/office/officeart/2005/8/layout/vList2"/>
    <dgm:cxn modelId="{4D30CE4C-7710-4694-86F0-578020F22C92}" type="presParOf" srcId="{B99FE3D1-8A6F-47DC-B6B9-74D98EFAB2FD}" destId="{2D6EF6AE-2DCD-48B5-AFDB-03583265FCBD}" srcOrd="3" destOrd="0" presId="urn:microsoft.com/office/officeart/2005/8/layout/vList2"/>
    <dgm:cxn modelId="{9CF1BB38-D6D0-4321-B14F-BDAA0482C725}" type="presParOf" srcId="{B99FE3D1-8A6F-47DC-B6B9-74D98EFAB2FD}" destId="{1820ED35-9D22-40DB-BC1F-8E56A590CD19}" srcOrd="4" destOrd="0" presId="urn:microsoft.com/office/officeart/2005/8/layout/vList2"/>
    <dgm:cxn modelId="{884F4081-F5CA-4EE2-ACBF-FF741E8BFC76}" type="presParOf" srcId="{B99FE3D1-8A6F-47DC-B6B9-74D98EFAB2FD}" destId="{75CD23A2-C97A-400A-A0DB-2968E9231F90}" srcOrd="5" destOrd="0" presId="urn:microsoft.com/office/officeart/2005/8/layout/vList2"/>
    <dgm:cxn modelId="{26CAE904-4C8B-4EDD-AAB1-113E7017D08F}" type="presParOf" srcId="{B99FE3D1-8A6F-47DC-B6B9-74D98EFAB2FD}" destId="{1C1622D9-71C3-48B0-82F5-30E91FC932B4}" srcOrd="6" destOrd="0" presId="urn:microsoft.com/office/officeart/2005/8/layout/vList2"/>
    <dgm:cxn modelId="{77213A95-6FEE-47F0-B178-5FD6AD46B262}" type="presParOf" srcId="{B99FE3D1-8A6F-47DC-B6B9-74D98EFAB2FD}" destId="{56F12C26-1AB7-4337-91AD-D9E60011AB44}" srcOrd="7" destOrd="0" presId="urn:microsoft.com/office/officeart/2005/8/layout/vList2"/>
    <dgm:cxn modelId="{04DBB7F4-6785-4B0A-96D8-C4D4C03DC56E}" type="presParOf" srcId="{B99FE3D1-8A6F-47DC-B6B9-74D98EFAB2FD}" destId="{86B0291D-91BD-4F12-A316-20DB51E0BD5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45EF63-4C70-4F6E-BF6E-32BCDEE2248F}">
      <dsp:nvSpPr>
        <dsp:cNvPr id="0" name=""/>
        <dsp:cNvSpPr/>
      </dsp:nvSpPr>
      <dsp:spPr>
        <a:xfrm>
          <a:off x="0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82792A-1833-4C5E-ABB2-2D368D456B1C}">
      <dsp:nvSpPr>
        <dsp:cNvPr id="0" name=""/>
        <dsp:cNvSpPr/>
      </dsp:nvSpPr>
      <dsp:spPr>
        <a:xfrm>
          <a:off x="243244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Running Python files</a:t>
          </a:r>
        </a:p>
      </dsp:txBody>
      <dsp:txXfrm>
        <a:off x="283960" y="1066136"/>
        <a:ext cx="2107770" cy="1308711"/>
      </dsp:txXfrm>
    </dsp:sp>
    <dsp:sp modelId="{DD1C8A50-0D9C-44A2-B85E-7EB852405AD4}">
      <dsp:nvSpPr>
        <dsp:cNvPr id="0" name=""/>
        <dsp:cNvSpPr/>
      </dsp:nvSpPr>
      <dsp:spPr>
        <a:xfrm>
          <a:off x="2675691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BCC226-4134-43D4-ADB0-B09A871979B5}">
      <dsp:nvSpPr>
        <dsp:cNvPr id="0" name=""/>
        <dsp:cNvSpPr/>
      </dsp:nvSpPr>
      <dsp:spPr>
        <a:xfrm>
          <a:off x="2918936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Using VS Code &amp; Terminal</a:t>
          </a:r>
        </a:p>
      </dsp:txBody>
      <dsp:txXfrm>
        <a:off x="2959652" y="1066136"/>
        <a:ext cx="2107770" cy="1308711"/>
      </dsp:txXfrm>
    </dsp:sp>
    <dsp:sp modelId="{937484A6-4B94-4435-973E-109EB06F088F}">
      <dsp:nvSpPr>
        <dsp:cNvPr id="0" name=""/>
        <dsp:cNvSpPr/>
      </dsp:nvSpPr>
      <dsp:spPr>
        <a:xfrm>
          <a:off x="5351383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0FD3FE-ABB4-4077-916E-060AEF1D993B}">
      <dsp:nvSpPr>
        <dsp:cNvPr id="0" name=""/>
        <dsp:cNvSpPr/>
      </dsp:nvSpPr>
      <dsp:spPr>
        <a:xfrm>
          <a:off x="5594627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print(), variables</a:t>
          </a:r>
        </a:p>
      </dsp:txBody>
      <dsp:txXfrm>
        <a:off x="5635343" y="1066136"/>
        <a:ext cx="2107770" cy="13087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DD956A-A73F-4C68-B37B-E8D6B309AF37}">
      <dsp:nvSpPr>
        <dsp:cNvPr id="0" name=""/>
        <dsp:cNvSpPr/>
      </dsp:nvSpPr>
      <dsp:spPr>
        <a:xfrm>
          <a:off x="0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999D97-14F2-4040-8472-0BDFF7431B25}">
      <dsp:nvSpPr>
        <dsp:cNvPr id="0" name=""/>
        <dsp:cNvSpPr/>
      </dsp:nvSpPr>
      <dsp:spPr>
        <a:xfrm>
          <a:off x="243244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Plain text vs formatted</a:t>
          </a:r>
        </a:p>
      </dsp:txBody>
      <dsp:txXfrm>
        <a:off x="283960" y="1066136"/>
        <a:ext cx="2107770" cy="1308711"/>
      </dsp:txXfrm>
    </dsp:sp>
    <dsp:sp modelId="{5EBAA759-53BA-4258-85F5-0B87E233817C}">
      <dsp:nvSpPr>
        <dsp:cNvPr id="0" name=""/>
        <dsp:cNvSpPr/>
      </dsp:nvSpPr>
      <dsp:spPr>
        <a:xfrm>
          <a:off x="2675691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DC02C2-777D-4706-9793-EBA3D0293B3E}">
      <dsp:nvSpPr>
        <dsp:cNvPr id="0" name=""/>
        <dsp:cNvSpPr/>
      </dsp:nvSpPr>
      <dsp:spPr>
        <a:xfrm>
          <a:off x="2918936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UTF-8</a:t>
          </a:r>
        </a:p>
      </dsp:txBody>
      <dsp:txXfrm>
        <a:off x="2959652" y="1066136"/>
        <a:ext cx="2107770" cy="1308711"/>
      </dsp:txXfrm>
    </dsp:sp>
    <dsp:sp modelId="{08FDD1E7-448A-417A-AE41-1074955DFFBC}">
      <dsp:nvSpPr>
        <dsp:cNvPr id="0" name=""/>
        <dsp:cNvSpPr/>
      </dsp:nvSpPr>
      <dsp:spPr>
        <a:xfrm>
          <a:off x="5351383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AC25F1-A036-4F44-8FFC-4ED031455F9F}">
      <dsp:nvSpPr>
        <dsp:cNvPr id="0" name=""/>
        <dsp:cNvSpPr/>
      </dsp:nvSpPr>
      <dsp:spPr>
        <a:xfrm>
          <a:off x="5594627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Why automation starts with text</a:t>
          </a:r>
        </a:p>
      </dsp:txBody>
      <dsp:txXfrm>
        <a:off x="5635343" y="1066136"/>
        <a:ext cx="2107770" cy="13087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120D47-EE3B-4371-A7A6-A5A620F605E0}">
      <dsp:nvSpPr>
        <dsp:cNvPr id="0" name=""/>
        <dsp:cNvSpPr/>
      </dsp:nvSpPr>
      <dsp:spPr>
        <a:xfrm>
          <a:off x="0" y="1153112"/>
          <a:ext cx="2218134" cy="1408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188BEB-0E03-4374-86DC-360AF90CDCC3}">
      <dsp:nvSpPr>
        <dsp:cNvPr id="0" name=""/>
        <dsp:cNvSpPr/>
      </dsp:nvSpPr>
      <dsp:spPr>
        <a:xfrm>
          <a:off x="246459" y="1387248"/>
          <a:ext cx="2218134" cy="14085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open("file", "r")</a:t>
          </a:r>
        </a:p>
      </dsp:txBody>
      <dsp:txXfrm>
        <a:off x="287713" y="1428502"/>
        <a:ext cx="2135626" cy="1326007"/>
      </dsp:txXfrm>
    </dsp:sp>
    <dsp:sp modelId="{34127B51-FA64-41C0-AB09-6D9BA942B3CA}">
      <dsp:nvSpPr>
        <dsp:cNvPr id="0" name=""/>
        <dsp:cNvSpPr/>
      </dsp:nvSpPr>
      <dsp:spPr>
        <a:xfrm>
          <a:off x="2711053" y="1153112"/>
          <a:ext cx="2218134" cy="1408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279C9C-7C42-4B01-8398-FF07E9D32CC3}">
      <dsp:nvSpPr>
        <dsp:cNvPr id="0" name=""/>
        <dsp:cNvSpPr/>
      </dsp:nvSpPr>
      <dsp:spPr>
        <a:xfrm>
          <a:off x="2957512" y="1387248"/>
          <a:ext cx="2218134" cy="14085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with open(...) as f</a:t>
          </a:r>
        </a:p>
      </dsp:txBody>
      <dsp:txXfrm>
        <a:off x="2998766" y="1428502"/>
        <a:ext cx="2135626" cy="1326007"/>
      </dsp:txXfrm>
    </dsp:sp>
    <dsp:sp modelId="{65B0A73B-A1CB-47E0-961C-2DC1725017EB}">
      <dsp:nvSpPr>
        <dsp:cNvPr id="0" name=""/>
        <dsp:cNvSpPr/>
      </dsp:nvSpPr>
      <dsp:spPr>
        <a:xfrm>
          <a:off x="5422106" y="1153112"/>
          <a:ext cx="2218134" cy="1408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B8C1DA-1040-4EC6-B54C-401E663F5B26}">
      <dsp:nvSpPr>
        <dsp:cNvPr id="0" name=""/>
        <dsp:cNvSpPr/>
      </dsp:nvSpPr>
      <dsp:spPr>
        <a:xfrm>
          <a:off x="5668565" y="1387248"/>
          <a:ext cx="2218134" cy="14085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read(), readlines()</a:t>
          </a:r>
        </a:p>
      </dsp:txBody>
      <dsp:txXfrm>
        <a:off x="5709819" y="1428502"/>
        <a:ext cx="2135626" cy="13260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D219E0-E874-4EE2-9199-41081EFBD19D}">
      <dsp:nvSpPr>
        <dsp:cNvPr id="0" name=""/>
        <dsp:cNvSpPr/>
      </dsp:nvSpPr>
      <dsp:spPr>
        <a:xfrm>
          <a:off x="1700464" y="1549"/>
          <a:ext cx="1697974" cy="110368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if / elif / else</a:t>
          </a:r>
        </a:p>
      </dsp:txBody>
      <dsp:txXfrm>
        <a:off x="1754341" y="55426"/>
        <a:ext cx="1590220" cy="995929"/>
      </dsp:txXfrm>
    </dsp:sp>
    <dsp:sp modelId="{2E6BCC64-9CC4-4382-BD4C-2945B355D8A9}">
      <dsp:nvSpPr>
        <dsp:cNvPr id="0" name=""/>
        <dsp:cNvSpPr/>
      </dsp:nvSpPr>
      <dsp:spPr>
        <a:xfrm>
          <a:off x="1076191" y="553390"/>
          <a:ext cx="2946520" cy="2946520"/>
        </a:xfrm>
        <a:custGeom>
          <a:avLst/>
          <a:gdLst/>
          <a:ahLst/>
          <a:cxnLst/>
          <a:rect l="0" t="0" r="0" b="0"/>
          <a:pathLst>
            <a:path>
              <a:moveTo>
                <a:pt x="2334607" y="278029"/>
              </a:moveTo>
              <a:arcTo wR="1473260" hR="1473260" stAng="18346714" swAng="3650194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38AD41-1827-4535-8A18-B698FF179611}">
      <dsp:nvSpPr>
        <dsp:cNvPr id="0" name=""/>
        <dsp:cNvSpPr/>
      </dsp:nvSpPr>
      <dsp:spPr>
        <a:xfrm>
          <a:off x="2976345" y="2211439"/>
          <a:ext cx="1697974" cy="1103683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"in" for substring detection</a:t>
          </a:r>
        </a:p>
      </dsp:txBody>
      <dsp:txXfrm>
        <a:off x="3030222" y="2265316"/>
        <a:ext cx="1590220" cy="995929"/>
      </dsp:txXfrm>
    </dsp:sp>
    <dsp:sp modelId="{E59C9C46-A6C3-4A8A-A747-C95E717B7A23}">
      <dsp:nvSpPr>
        <dsp:cNvPr id="0" name=""/>
        <dsp:cNvSpPr/>
      </dsp:nvSpPr>
      <dsp:spPr>
        <a:xfrm>
          <a:off x="1076191" y="553390"/>
          <a:ext cx="2946520" cy="2946520"/>
        </a:xfrm>
        <a:custGeom>
          <a:avLst/>
          <a:gdLst/>
          <a:ahLst/>
          <a:cxnLst/>
          <a:rect l="0" t="0" r="0" b="0"/>
          <a:pathLst>
            <a:path>
              <a:moveTo>
                <a:pt x="2175108" y="2768599"/>
              </a:moveTo>
              <a:arcTo wR="1473260" hR="1473260" stAng="3693000" swAng="3414000"/>
            </a:path>
          </a:pathLst>
        </a:custGeom>
        <a:noFill/>
        <a:ln w="9525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C18EE9-A49A-46D1-BEEC-E915282CBFAB}">
      <dsp:nvSpPr>
        <dsp:cNvPr id="0" name=""/>
        <dsp:cNvSpPr/>
      </dsp:nvSpPr>
      <dsp:spPr>
        <a:xfrm>
          <a:off x="424583" y="2211439"/>
          <a:ext cx="1697974" cy="1103683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Filtering</a:t>
          </a:r>
        </a:p>
      </dsp:txBody>
      <dsp:txXfrm>
        <a:off x="478460" y="2265316"/>
        <a:ext cx="1590220" cy="995929"/>
      </dsp:txXfrm>
    </dsp:sp>
    <dsp:sp modelId="{8EB8A170-5CA5-4FBF-8F72-6D519344EDB4}">
      <dsp:nvSpPr>
        <dsp:cNvPr id="0" name=""/>
        <dsp:cNvSpPr/>
      </dsp:nvSpPr>
      <dsp:spPr>
        <a:xfrm>
          <a:off x="1076191" y="553390"/>
          <a:ext cx="2946520" cy="2946520"/>
        </a:xfrm>
        <a:custGeom>
          <a:avLst/>
          <a:gdLst/>
          <a:ahLst/>
          <a:cxnLst/>
          <a:rect l="0" t="0" r="0" b="0"/>
          <a:pathLst>
            <a:path>
              <a:moveTo>
                <a:pt x="9808" y="1642979"/>
              </a:moveTo>
              <a:arcTo wR="1473260" hR="1473260" stAng="10403092" swAng="3650194"/>
            </a:path>
          </a:pathLst>
        </a:custGeom>
        <a:noFill/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103A87-ACB9-4F39-8FCB-29AE58731BE0}">
      <dsp:nvSpPr>
        <dsp:cNvPr id="0" name=""/>
        <dsp:cNvSpPr/>
      </dsp:nvSpPr>
      <dsp:spPr>
        <a:xfrm>
          <a:off x="0" y="38928"/>
          <a:ext cx="5098904" cy="1750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Read → clean → filter → write</a:t>
          </a:r>
        </a:p>
      </dsp:txBody>
      <dsp:txXfrm>
        <a:off x="85444" y="124372"/>
        <a:ext cx="4928016" cy="1579432"/>
      </dsp:txXfrm>
    </dsp:sp>
    <dsp:sp modelId="{4A4BAFBB-143E-435D-8080-FA0C3C8F1BD4}">
      <dsp:nvSpPr>
        <dsp:cNvPr id="0" name=""/>
        <dsp:cNvSpPr/>
      </dsp:nvSpPr>
      <dsp:spPr>
        <a:xfrm>
          <a:off x="0" y="1915968"/>
          <a:ext cx="5098904" cy="175032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Realistic small example</a:t>
          </a:r>
        </a:p>
      </dsp:txBody>
      <dsp:txXfrm>
        <a:off x="85444" y="2001412"/>
        <a:ext cx="4928016" cy="157943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8F824D-2333-46F8-A847-7F1119DD2ED3}">
      <dsp:nvSpPr>
        <dsp:cNvPr id="0" name=""/>
        <dsp:cNvSpPr/>
      </dsp:nvSpPr>
      <dsp:spPr>
        <a:xfrm>
          <a:off x="0" y="23303"/>
          <a:ext cx="4683949" cy="127120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Load file</a:t>
          </a:r>
        </a:p>
      </dsp:txBody>
      <dsp:txXfrm>
        <a:off x="62055" y="85358"/>
        <a:ext cx="4559839" cy="1147095"/>
      </dsp:txXfrm>
    </dsp:sp>
    <dsp:sp modelId="{A68A27A2-E6C0-443A-BD64-23C2472D31BA}">
      <dsp:nvSpPr>
        <dsp:cNvPr id="0" name=""/>
        <dsp:cNvSpPr/>
      </dsp:nvSpPr>
      <dsp:spPr>
        <a:xfrm>
          <a:off x="0" y="1447148"/>
          <a:ext cx="4683949" cy="1271205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Clean lines</a:t>
          </a:r>
        </a:p>
      </dsp:txBody>
      <dsp:txXfrm>
        <a:off x="62055" y="1509203"/>
        <a:ext cx="4559839" cy="1147095"/>
      </dsp:txXfrm>
    </dsp:sp>
    <dsp:sp modelId="{6BFA8AD2-0C9F-4100-9B1E-0354CAFDF9D7}">
      <dsp:nvSpPr>
        <dsp:cNvPr id="0" name=""/>
        <dsp:cNvSpPr/>
      </dsp:nvSpPr>
      <dsp:spPr>
        <a:xfrm>
          <a:off x="0" y="2870993"/>
          <a:ext cx="4683949" cy="1271205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Filter</a:t>
          </a:r>
        </a:p>
      </dsp:txBody>
      <dsp:txXfrm>
        <a:off x="62055" y="2933048"/>
        <a:ext cx="4559839" cy="1147095"/>
      </dsp:txXfrm>
    </dsp:sp>
    <dsp:sp modelId="{9110D115-4BFB-4F12-8686-8166EBFA03F0}">
      <dsp:nvSpPr>
        <dsp:cNvPr id="0" name=""/>
        <dsp:cNvSpPr/>
      </dsp:nvSpPr>
      <dsp:spPr>
        <a:xfrm>
          <a:off x="0" y="4294838"/>
          <a:ext cx="4683949" cy="127120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Save</a:t>
          </a:r>
        </a:p>
      </dsp:txBody>
      <dsp:txXfrm>
        <a:off x="62055" y="4356893"/>
        <a:ext cx="4559839" cy="114709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A58341-0852-43FA-B4B2-47CED6BFBD08}">
      <dsp:nvSpPr>
        <dsp:cNvPr id="0" name=""/>
        <dsp:cNvSpPr/>
      </dsp:nvSpPr>
      <dsp:spPr>
        <a:xfrm>
          <a:off x="0" y="34328"/>
          <a:ext cx="4683949" cy="10073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Files</a:t>
          </a:r>
        </a:p>
      </dsp:txBody>
      <dsp:txXfrm>
        <a:off x="49176" y="83504"/>
        <a:ext cx="4585597" cy="909018"/>
      </dsp:txXfrm>
    </dsp:sp>
    <dsp:sp modelId="{38B400BA-6878-4380-B3A9-3DD0D146AB1D}">
      <dsp:nvSpPr>
        <dsp:cNvPr id="0" name=""/>
        <dsp:cNvSpPr/>
      </dsp:nvSpPr>
      <dsp:spPr>
        <a:xfrm>
          <a:off x="0" y="1162658"/>
          <a:ext cx="4683949" cy="100737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Strings</a:t>
          </a:r>
        </a:p>
      </dsp:txBody>
      <dsp:txXfrm>
        <a:off x="49176" y="1211834"/>
        <a:ext cx="4585597" cy="909018"/>
      </dsp:txXfrm>
    </dsp:sp>
    <dsp:sp modelId="{1820ED35-9D22-40DB-BC1F-8E56A590CD19}">
      <dsp:nvSpPr>
        <dsp:cNvPr id="0" name=""/>
        <dsp:cNvSpPr/>
      </dsp:nvSpPr>
      <dsp:spPr>
        <a:xfrm>
          <a:off x="0" y="2290988"/>
          <a:ext cx="4683949" cy="100737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Lists</a:t>
          </a:r>
        </a:p>
      </dsp:txBody>
      <dsp:txXfrm>
        <a:off x="49176" y="2340164"/>
        <a:ext cx="4585597" cy="909018"/>
      </dsp:txXfrm>
    </dsp:sp>
    <dsp:sp modelId="{1C1622D9-71C3-48B0-82F5-30E91FC932B4}">
      <dsp:nvSpPr>
        <dsp:cNvPr id="0" name=""/>
        <dsp:cNvSpPr/>
      </dsp:nvSpPr>
      <dsp:spPr>
        <a:xfrm>
          <a:off x="0" y="3419318"/>
          <a:ext cx="4683949" cy="1007370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Loops</a:t>
          </a:r>
        </a:p>
      </dsp:txBody>
      <dsp:txXfrm>
        <a:off x="49176" y="3468494"/>
        <a:ext cx="4585597" cy="909018"/>
      </dsp:txXfrm>
    </dsp:sp>
    <dsp:sp modelId="{86B0291D-91BD-4F12-A316-20DB51E0BD58}">
      <dsp:nvSpPr>
        <dsp:cNvPr id="0" name=""/>
        <dsp:cNvSpPr/>
      </dsp:nvSpPr>
      <dsp:spPr>
        <a:xfrm>
          <a:off x="0" y="4547648"/>
          <a:ext cx="4683949" cy="100737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Logic</a:t>
          </a:r>
        </a:p>
      </dsp:txBody>
      <dsp:txXfrm>
        <a:off x="49176" y="4596824"/>
        <a:ext cx="4585597" cy="9090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130963/gs_text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6F6BCCF-77F6-2122-554A-A4AF72A99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467" y="380554"/>
            <a:ext cx="5571067" cy="55710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A45C27-AFFF-EDC0-E7AD-EE4B12BDC4C4}"/>
              </a:ext>
            </a:extLst>
          </p:cNvPr>
          <p:cNvSpPr txBox="1"/>
          <p:nvPr/>
        </p:nvSpPr>
        <p:spPr>
          <a:xfrm>
            <a:off x="1024930" y="6047155"/>
            <a:ext cx="69936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Course Materials: </a:t>
            </a:r>
            <a:r>
              <a:rPr lang="en-US" b="1" dirty="0"/>
              <a:t>https://github.com/ValRCS/RTU_Automating_Tasks_With_Python</a:t>
            </a:r>
          </a:p>
        </p:txBody>
      </p:sp>
    </p:spTree>
    <p:extLst>
      <p:ext uri="{BB962C8B-B14F-4D97-AF65-F5344CB8AC3E}">
        <p14:creationId xmlns:p14="http://schemas.microsoft.com/office/powerpoint/2010/main" val="100114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7375" y="489508"/>
            <a:ext cx="4316172" cy="1667569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/>
              <a:t>VIDEO 2 – Working with Text Files &amp; String Processing</a:t>
            </a:r>
          </a:p>
        </p:txBody>
      </p:sp>
      <p:pic>
        <p:nvPicPr>
          <p:cNvPr id="5" name="Picture 4" descr="A close-up of a document&#10;&#10;AI-generated content may be incorrect.">
            <a:extLst>
              <a:ext uri="{FF2B5EF4-FFF2-40B4-BE49-F238E27FC236}">
                <a16:creationId xmlns:a16="http://schemas.microsoft.com/office/drawing/2014/main" id="{E3019422-3F94-929E-63E3-713371EB9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01097" y="1537573"/>
            <a:ext cx="2907124" cy="335115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7376" y="2405894"/>
            <a:ext cx="4316172" cy="3197464"/>
          </a:xfrm>
        </p:spPr>
        <p:txBody>
          <a:bodyPr anchor="t">
            <a:normAutofit/>
          </a:bodyPr>
          <a:lstStyle/>
          <a:p>
            <a:endParaRPr lang="en-US" sz="1700"/>
          </a:p>
          <a:p>
            <a:pPr lvl="1"/>
            <a:r>
              <a:rPr lang="en-US" sz="1700"/>
              <a:t>Working with text files</a:t>
            </a:r>
          </a:p>
          <a:p>
            <a:pPr lvl="1"/>
            <a:r>
              <a:rPr lang="en-US" sz="1700"/>
              <a:t>String methods</a:t>
            </a:r>
          </a:p>
          <a:p>
            <a:pPr lvl="1"/>
            <a:r>
              <a:rPr lang="en-US" sz="1700"/>
              <a:t>Lists</a:t>
            </a:r>
          </a:p>
          <a:p>
            <a:pPr lvl="1"/>
            <a:r>
              <a:rPr lang="en-US" sz="1700"/>
              <a:t>Loops</a:t>
            </a:r>
          </a:p>
          <a:p>
            <a:pPr lvl="1"/>
            <a:r>
              <a:rPr lang="en-US" sz="1700"/>
              <a:t>Branching / logic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Quick Review from Video 1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5019B8-1EC1-8AB3-89F5-57FF6C0B67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0511299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What Are Text Files?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9125DA-558B-5A30-11E9-7149492F6C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5042559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Reading a Text File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3676E4-8B1F-9DCC-DD14-114FF79887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0548767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n-US" sz="2800"/>
              <a:t>Basic String Processing</a:t>
            </a:r>
          </a:p>
        </p:txBody>
      </p:sp>
      <p:pic>
        <p:nvPicPr>
          <p:cNvPr id="5" name="Picture 4" descr="Color pencils drawing curves on background">
            <a:extLst>
              <a:ext uri="{FF2B5EF4-FFF2-40B4-BE49-F238E27FC236}">
                <a16:creationId xmlns:a16="http://schemas.microsoft.com/office/drawing/2014/main" id="{B7BC88EC-3B89-80E8-564F-DDCD2604CF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398" r="-1" b="-1"/>
          <a:stretch>
            <a:fillRect/>
          </a:stretch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1417" y="2551176"/>
            <a:ext cx="4083287" cy="3591207"/>
          </a:xfrm>
        </p:spPr>
        <p:txBody>
          <a:bodyPr>
            <a:normAutofit/>
          </a:bodyPr>
          <a:lstStyle/>
          <a:p>
            <a:endParaRPr lang="en-US" sz="1700"/>
          </a:p>
          <a:p>
            <a:pPr lvl="1"/>
            <a:r>
              <a:rPr lang="en-US" sz="1700"/>
              <a:t>.strip()</a:t>
            </a:r>
          </a:p>
          <a:p>
            <a:pPr lvl="1"/>
            <a:r>
              <a:rPr lang="en-US" sz="1700"/>
              <a:t>.lower() / .upper()</a:t>
            </a:r>
          </a:p>
          <a:p>
            <a:pPr lvl="1"/>
            <a:r>
              <a:rPr lang="en-US" sz="1700"/>
              <a:t>.replace()</a:t>
            </a:r>
          </a:p>
          <a:p>
            <a:pPr lvl="1"/>
            <a:r>
              <a:rPr lang="en-US" sz="1700"/>
              <a:t>.find()</a:t>
            </a:r>
          </a:p>
          <a:p>
            <a:pPr lvl="1"/>
            <a:r>
              <a:rPr lang="en-US" sz="1700"/>
              <a:t>.split()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n-US" sz="2800"/>
              <a:t>Lists</a:t>
            </a:r>
          </a:p>
        </p:txBody>
      </p:sp>
      <p:pic>
        <p:nvPicPr>
          <p:cNvPr id="5" name="Picture 4" descr="Wall of advesive notes with one standing out">
            <a:extLst>
              <a:ext uri="{FF2B5EF4-FFF2-40B4-BE49-F238E27FC236}">
                <a16:creationId xmlns:a16="http://schemas.microsoft.com/office/drawing/2014/main" id="{455D6195-B1B2-7E19-DC08-2B682E9769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766" r="39631" b="-1"/>
          <a:stretch>
            <a:fillRect/>
          </a:stretch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1417" y="2551176"/>
            <a:ext cx="4083287" cy="3591207"/>
          </a:xfrm>
        </p:spPr>
        <p:txBody>
          <a:bodyPr>
            <a:normAutofit/>
          </a:bodyPr>
          <a:lstStyle/>
          <a:p>
            <a:endParaRPr lang="en-US" sz="1700"/>
          </a:p>
          <a:p>
            <a:pPr lvl="1"/>
            <a:r>
              <a:rPr lang="en-US" sz="1700"/>
              <a:t>Store many pieces of text</a:t>
            </a:r>
          </a:p>
          <a:p>
            <a:pPr lvl="1"/>
            <a:r>
              <a:rPr lang="en-US" sz="1700"/>
              <a:t>Indexing</a:t>
            </a:r>
          </a:p>
          <a:p>
            <a:pPr lvl="1"/>
            <a:r>
              <a:rPr lang="en-US" sz="1700"/>
              <a:t>Processing 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n-US" sz="2800"/>
              <a:t>Loops</a:t>
            </a:r>
          </a:p>
        </p:txBody>
      </p:sp>
      <p:pic>
        <p:nvPicPr>
          <p:cNvPr id="5" name="Picture 4" descr="An abstract digital swirl">
            <a:extLst>
              <a:ext uri="{FF2B5EF4-FFF2-40B4-BE49-F238E27FC236}">
                <a16:creationId xmlns:a16="http://schemas.microsoft.com/office/drawing/2014/main" id="{D92B75B1-2723-4463-536A-82A482DEF7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053" r="33133" b="-1"/>
          <a:stretch>
            <a:fillRect/>
          </a:stretch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1417" y="2551176"/>
            <a:ext cx="4083287" cy="3591207"/>
          </a:xfrm>
        </p:spPr>
        <p:txBody>
          <a:bodyPr>
            <a:normAutofit/>
          </a:bodyPr>
          <a:lstStyle/>
          <a:p>
            <a:endParaRPr lang="en-US" sz="1700"/>
          </a:p>
          <a:p>
            <a:pPr lvl="1"/>
            <a:r>
              <a:rPr lang="en-US" sz="1700"/>
              <a:t>for loops</a:t>
            </a:r>
          </a:p>
          <a:p>
            <a:pPr lvl="1"/>
            <a:r>
              <a:rPr lang="en-US" sz="1700"/>
              <a:t>Iterate lines</a:t>
            </a:r>
          </a:p>
          <a:p>
            <a:pPr lvl="1"/>
            <a:r>
              <a:rPr lang="en-US" sz="1700"/>
              <a:t>Clean / count / filter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299" y="548464"/>
            <a:ext cx="5098906" cy="1675623"/>
          </a:xfrm>
        </p:spPr>
        <p:txBody>
          <a:bodyPr anchor="b">
            <a:normAutofit/>
          </a:bodyPr>
          <a:lstStyle/>
          <a:p>
            <a:r>
              <a:rPr lang="en-US" sz="3500"/>
              <a:t>Branching / Logic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403242-87FC-F6BA-74E2-5AF22BC85D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1" r="61970"/>
          <a:stretch>
            <a:fillRect/>
          </a:stretch>
        </p:blipFill>
        <p:spPr>
          <a:xfrm>
            <a:off x="20" y="10"/>
            <a:ext cx="3147352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441DE2-6D5D-DFFF-EB56-52DF2DBB1E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765208"/>
              </p:ext>
            </p:extLst>
          </p:nvPr>
        </p:nvGraphicFramePr>
        <p:xfrm>
          <a:off x="3415300" y="2409830"/>
          <a:ext cx="5098904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299" y="548464"/>
            <a:ext cx="5098906" cy="1675623"/>
          </a:xfrm>
        </p:spPr>
        <p:txBody>
          <a:bodyPr anchor="b">
            <a:normAutofit/>
          </a:bodyPr>
          <a:lstStyle/>
          <a:p>
            <a:r>
              <a:rPr lang="en-US" sz="3500"/>
              <a:t>Mini Automation Script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FD4462-EFD0-2CE0-9A9D-DA046303D6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429" r="31937" b="-1"/>
          <a:stretch>
            <a:fillRect/>
          </a:stretch>
        </p:blipFill>
        <p:spPr>
          <a:xfrm>
            <a:off x="20" y="10"/>
            <a:ext cx="3147352" cy="6857990"/>
          </a:xfrm>
          <a:prstGeom prst="rect">
            <a:avLst/>
          </a:prstGeom>
          <a:effectLst/>
        </p:spPr>
      </p:pic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E14C8B19-1B56-43D4-1E30-7D3E600D91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8899885"/>
              </p:ext>
            </p:extLst>
          </p:nvPr>
        </p:nvGraphicFramePr>
        <p:xfrm>
          <a:off x="3415300" y="2409830"/>
          <a:ext cx="5098904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pencil drawing a line on a white surface">
            <a:extLst>
              <a:ext uri="{FF2B5EF4-FFF2-40B4-BE49-F238E27FC236}">
                <a16:creationId xmlns:a16="http://schemas.microsoft.com/office/drawing/2014/main" id="{A9559E99-CF41-596C-AC0D-D8027FF29F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13" r="-1" b="-1"/>
          <a:stretch>
            <a:fillRect/>
          </a:stretch>
        </p:blipFill>
        <p:spPr>
          <a:xfrm>
            <a:off x="20" y="10"/>
            <a:ext cx="72522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8707" y="365125"/>
            <a:ext cx="2866642" cy="1899912"/>
          </a:xfrm>
        </p:spPr>
        <p:txBody>
          <a:bodyPr>
            <a:normAutofit/>
          </a:bodyPr>
          <a:lstStyle/>
          <a:p>
            <a:r>
              <a:rPr lang="en-US" sz="3500"/>
              <a:t>Writing to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8707" y="2434201"/>
            <a:ext cx="2866642" cy="3742762"/>
          </a:xfrm>
        </p:spPr>
        <p:txBody>
          <a:bodyPr>
            <a:normAutofit/>
          </a:bodyPr>
          <a:lstStyle/>
          <a:p>
            <a:endParaRPr lang="en-US" sz="1700"/>
          </a:p>
          <a:p>
            <a:pPr lvl="1"/>
            <a:r>
              <a:rPr lang="en-US" sz="1700"/>
              <a:t>w = overwrite</a:t>
            </a:r>
          </a:p>
          <a:p>
            <a:pPr lvl="1"/>
            <a:r>
              <a:rPr lang="en-US" sz="1700"/>
              <a:t>a = append</a:t>
            </a:r>
          </a:p>
          <a:p>
            <a:pPr lvl="1"/>
            <a:r>
              <a:rPr lang="en-US" sz="1700"/>
              <a:t>Write lines with \n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1138036"/>
            <a:ext cx="3064248" cy="1402470"/>
          </a:xfrm>
        </p:spPr>
        <p:txBody>
          <a:bodyPr anchor="t">
            <a:normAutofit/>
          </a:bodyPr>
          <a:lstStyle/>
          <a:p>
            <a:r>
              <a:rPr lang="en-US" sz="2800"/>
              <a:t>Common Mistakes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2551176"/>
            <a:ext cx="3064248" cy="3591207"/>
          </a:xfrm>
        </p:spPr>
        <p:txBody>
          <a:bodyPr>
            <a:normAutofit/>
          </a:bodyPr>
          <a:lstStyle/>
          <a:p>
            <a:endParaRPr lang="en-US" sz="1700"/>
          </a:p>
          <a:p>
            <a:pPr lvl="1"/>
            <a:r>
              <a:rPr lang="en-US" sz="1700"/>
              <a:t>Missing encoding</a:t>
            </a:r>
          </a:p>
          <a:p>
            <a:pPr lvl="1"/>
            <a:r>
              <a:rPr lang="en-US" sz="1700"/>
              <a:t>Forgetting strip()</a:t>
            </a:r>
          </a:p>
          <a:p>
            <a:pPr lvl="1"/>
            <a:r>
              <a:rPr lang="en-US" sz="1700"/>
              <a:t>Using read() incorrectly</a:t>
            </a:r>
          </a:p>
        </p:txBody>
      </p:sp>
      <p:pic>
        <p:nvPicPr>
          <p:cNvPr id="5" name="Picture 4" descr="Letters magnified through eyeglasses">
            <a:extLst>
              <a:ext uri="{FF2B5EF4-FFF2-40B4-BE49-F238E27FC236}">
                <a16:creationId xmlns:a16="http://schemas.microsoft.com/office/drawing/2014/main" id="{E6BCA48A-13E9-181D-E22C-0432239D20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335" r="21916" b="-1"/>
          <a:stretch>
            <a:fillRect/>
          </a:stretch>
        </p:blipFill>
        <p:spPr>
          <a:xfrm>
            <a:off x="4238244" y="10"/>
            <a:ext cx="4905756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6500"/>
              <a:t>Exercise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57639C-F3C2-E4C6-C848-416328E745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8354217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5400"/>
              <a:t>Summary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D10A13-BA05-590D-CED1-1AEA850C09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0132436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200</Words>
  <Application>Microsoft Office PowerPoint</Application>
  <PresentationFormat>On-screen Show (4:3)</PresentationFormat>
  <Paragraphs>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VIDEO 2 – Working with Text Files &amp; String Processing</vt:lpstr>
      <vt:lpstr>Quick Review from Video 1</vt:lpstr>
      <vt:lpstr>What Are Text Files?</vt:lpstr>
      <vt:lpstr>Reading a Text File</vt:lpstr>
      <vt:lpstr>Basic String Processing</vt:lpstr>
      <vt:lpstr>Lists</vt:lpstr>
      <vt:lpstr>Loops</vt:lpstr>
      <vt:lpstr>Branching / Logic</vt:lpstr>
      <vt:lpstr>Mini Automation Script</vt:lpstr>
      <vt:lpstr>Writing to a File</vt:lpstr>
      <vt:lpstr>Common Mistakes</vt:lpstr>
      <vt:lpstr>Exercise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Valdis Saulespurēns</cp:lastModifiedBy>
  <cp:revision>3</cp:revision>
  <dcterms:created xsi:type="dcterms:W3CDTF">2013-01-27T09:14:16Z</dcterms:created>
  <dcterms:modified xsi:type="dcterms:W3CDTF">2025-11-18T20:17:26Z</dcterms:modified>
  <cp:category/>
</cp:coreProperties>
</file>