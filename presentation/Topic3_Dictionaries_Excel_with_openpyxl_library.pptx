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57" r:id="rId3"/>
    <p:sldId id="258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8" r:id="rId22"/>
    <p:sldId id="279" r:id="rId23"/>
    <p:sldId id="27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85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31.svg"/><Relationship Id="rId2" Type="http://schemas.openxmlformats.org/officeDocument/2006/relationships/hyperlink" Target="https://docs.python.org/3/library/venv.html" TargetMode="External"/><Relationship Id="rId1" Type="http://schemas.openxmlformats.org/officeDocument/2006/relationships/hyperlink" Target="https://realpython.com/python-virtual-environments-a-primer/" TargetMode="External"/><Relationship Id="rId6" Type="http://schemas.openxmlformats.org/officeDocument/2006/relationships/image" Target="../media/image27.svg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0" Type="http://schemas.openxmlformats.org/officeDocument/2006/relationships/image" Target="../media/image29.svg"/><Relationship Id="rId4" Type="http://schemas.openxmlformats.org/officeDocument/2006/relationships/image" Target="../media/image3.svg"/><Relationship Id="rId9" Type="http://schemas.openxmlformats.org/officeDocument/2006/relationships/image" Target="../media/image28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hyperlink" Target="https://pypi.org/" TargetMode="Externa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4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9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12" Type="http://schemas.openxmlformats.org/officeDocument/2006/relationships/hyperlink" Target="https://docs.python.org/3/library/venv.html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3.svg"/><Relationship Id="rId11" Type="http://schemas.openxmlformats.org/officeDocument/2006/relationships/image" Target="../media/image31.sv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7.svg"/><Relationship Id="rId9" Type="http://schemas.openxmlformats.org/officeDocument/2006/relationships/hyperlink" Target="https://realpython.com/python-virtual-environments-a-primer/" TargetMode="External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hyperlink" Target="https://pypi.org/" TargetMode="External"/><Relationship Id="rId10" Type="http://schemas.openxmlformats.org/officeDocument/2006/relationships/image" Target="../media/image40.png"/><Relationship Id="rId4" Type="http://schemas.openxmlformats.org/officeDocument/2006/relationships/image" Target="../media/image35.svg"/><Relationship Id="rId9" Type="http://schemas.openxmlformats.org/officeDocument/2006/relationships/image" Target="../media/image3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4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9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BDFD8A-7376-4A4F-968A-C0FFA624B3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6DA8554-D5FD-4169-8A9D-2F7602E3A7AB}">
      <dgm:prSet/>
      <dgm:spPr/>
      <dgm:t>
        <a:bodyPr/>
        <a:lstStyle/>
        <a:p>
          <a:pPr>
            <a:defRPr cap="all"/>
          </a:pPr>
          <a:r>
            <a:rPr lang="en-US"/>
            <a:t>• Excel everywhere</a:t>
          </a:r>
        </a:p>
      </dgm:t>
    </dgm:pt>
    <dgm:pt modelId="{DB8D1FAD-3B76-4E80-9A46-D56FD1393C2B}" type="parTrans" cxnId="{C6815651-8CBE-4453-900F-412E567FF6D0}">
      <dgm:prSet/>
      <dgm:spPr/>
      <dgm:t>
        <a:bodyPr/>
        <a:lstStyle/>
        <a:p>
          <a:endParaRPr lang="en-US"/>
        </a:p>
      </dgm:t>
    </dgm:pt>
    <dgm:pt modelId="{6BCF63A4-0459-408F-848D-F99C6F2F68AC}" type="sibTrans" cxnId="{C6815651-8CBE-4453-900F-412E567FF6D0}">
      <dgm:prSet/>
      <dgm:spPr/>
      <dgm:t>
        <a:bodyPr/>
        <a:lstStyle/>
        <a:p>
          <a:endParaRPr lang="en-US"/>
        </a:p>
      </dgm:t>
    </dgm:pt>
    <dgm:pt modelId="{3E628DED-7E89-499C-B0E1-7BC0048A414E}">
      <dgm:prSet/>
      <dgm:spPr/>
      <dgm:t>
        <a:bodyPr/>
        <a:lstStyle/>
        <a:p>
          <a:pPr>
            <a:defRPr cap="all"/>
          </a:pPr>
          <a:r>
            <a:rPr lang="en-US"/>
            <a:t>• Real-world automation</a:t>
          </a:r>
        </a:p>
      </dgm:t>
    </dgm:pt>
    <dgm:pt modelId="{0FEA75C7-674C-49F7-B612-4874A82C8518}" type="parTrans" cxnId="{7DBF8E0B-BE7A-451A-8230-633DDACFC472}">
      <dgm:prSet/>
      <dgm:spPr/>
      <dgm:t>
        <a:bodyPr/>
        <a:lstStyle/>
        <a:p>
          <a:endParaRPr lang="en-US"/>
        </a:p>
      </dgm:t>
    </dgm:pt>
    <dgm:pt modelId="{22F2D3B9-377E-4338-8F5C-5C04D26EA24A}" type="sibTrans" cxnId="{7DBF8E0B-BE7A-451A-8230-633DDACFC472}">
      <dgm:prSet/>
      <dgm:spPr/>
      <dgm:t>
        <a:bodyPr/>
        <a:lstStyle/>
        <a:p>
          <a:endParaRPr lang="en-US"/>
        </a:p>
      </dgm:t>
    </dgm:pt>
    <dgm:pt modelId="{E7DBED27-A9E0-428B-939C-5A8918AD5BE3}">
      <dgm:prSet/>
      <dgm:spPr/>
      <dgm:t>
        <a:bodyPr/>
        <a:lstStyle/>
        <a:p>
          <a:pPr>
            <a:defRPr cap="all"/>
          </a:pPr>
          <a:r>
            <a:rPr lang="en-US"/>
            <a:t>• Great practice with loops</a:t>
          </a:r>
        </a:p>
      </dgm:t>
    </dgm:pt>
    <dgm:pt modelId="{8370AA7C-0B4E-46CC-9A49-AE9E47CB9A59}" type="parTrans" cxnId="{F6A47E80-EE94-4F3A-A018-C19FD31B77A9}">
      <dgm:prSet/>
      <dgm:spPr/>
      <dgm:t>
        <a:bodyPr/>
        <a:lstStyle/>
        <a:p>
          <a:endParaRPr lang="en-US"/>
        </a:p>
      </dgm:t>
    </dgm:pt>
    <dgm:pt modelId="{E1DF45C0-99B3-4CC9-89FD-7CEACE90AF47}" type="sibTrans" cxnId="{F6A47E80-EE94-4F3A-A018-C19FD31B77A9}">
      <dgm:prSet/>
      <dgm:spPr/>
      <dgm:t>
        <a:bodyPr/>
        <a:lstStyle/>
        <a:p>
          <a:endParaRPr lang="en-US"/>
        </a:p>
      </dgm:t>
    </dgm:pt>
    <dgm:pt modelId="{997CCBA5-0B61-462D-86A8-4DAEB92772CD}">
      <dgm:prSet/>
      <dgm:spPr/>
      <dgm:t>
        <a:bodyPr/>
        <a:lstStyle/>
        <a:p>
          <a:pPr>
            <a:defRPr cap="all"/>
          </a:pPr>
          <a:r>
            <a:rPr lang="en-US"/>
            <a:t>• Prepares for Pandas</a:t>
          </a:r>
        </a:p>
      </dgm:t>
    </dgm:pt>
    <dgm:pt modelId="{AF6F0CFD-8A80-4C92-AA0E-FE3E448CD942}" type="parTrans" cxnId="{8FD81127-C45D-4957-A09C-2BEE49D605CC}">
      <dgm:prSet/>
      <dgm:spPr/>
      <dgm:t>
        <a:bodyPr/>
        <a:lstStyle/>
        <a:p>
          <a:endParaRPr lang="en-US"/>
        </a:p>
      </dgm:t>
    </dgm:pt>
    <dgm:pt modelId="{F0F2810C-94E8-4777-9025-77AFC72F4804}" type="sibTrans" cxnId="{8FD81127-C45D-4957-A09C-2BEE49D605CC}">
      <dgm:prSet/>
      <dgm:spPr/>
      <dgm:t>
        <a:bodyPr/>
        <a:lstStyle/>
        <a:p>
          <a:endParaRPr lang="en-US"/>
        </a:p>
      </dgm:t>
    </dgm:pt>
    <dgm:pt modelId="{929D44CE-9506-4EEF-AE15-C45DD1CB44BA}" type="pres">
      <dgm:prSet presAssocID="{B6BDFD8A-7376-4A4F-968A-C0FFA624B378}" presName="root" presStyleCnt="0">
        <dgm:presLayoutVars>
          <dgm:dir/>
          <dgm:resizeHandles val="exact"/>
        </dgm:presLayoutVars>
      </dgm:prSet>
      <dgm:spPr/>
    </dgm:pt>
    <dgm:pt modelId="{BB8D5437-E6DE-4814-B328-6A7C79C0B357}" type="pres">
      <dgm:prSet presAssocID="{66DA8554-D5FD-4169-8A9D-2F7602E3A7AB}" presName="compNode" presStyleCnt="0"/>
      <dgm:spPr/>
    </dgm:pt>
    <dgm:pt modelId="{8067E1EE-8200-44D3-BEC0-A990783B5827}" type="pres">
      <dgm:prSet presAssocID="{66DA8554-D5FD-4169-8A9D-2F7602E3A7AB}" presName="iconBgRect" presStyleLbl="bgShp" presStyleIdx="0" presStyleCnt="4"/>
      <dgm:spPr/>
    </dgm:pt>
    <dgm:pt modelId="{DFCA62E2-F923-4831-9B39-409758073AEB}" type="pres">
      <dgm:prSet presAssocID="{66DA8554-D5FD-4169-8A9D-2F7602E3A7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31685B5-B23B-4AEC-A64D-8844A1FF5E79}" type="pres">
      <dgm:prSet presAssocID="{66DA8554-D5FD-4169-8A9D-2F7602E3A7AB}" presName="spaceRect" presStyleCnt="0"/>
      <dgm:spPr/>
    </dgm:pt>
    <dgm:pt modelId="{29D8EE95-B880-4E81-9586-A649329F8D60}" type="pres">
      <dgm:prSet presAssocID="{66DA8554-D5FD-4169-8A9D-2F7602E3A7AB}" presName="textRect" presStyleLbl="revTx" presStyleIdx="0" presStyleCnt="4">
        <dgm:presLayoutVars>
          <dgm:chMax val="1"/>
          <dgm:chPref val="1"/>
        </dgm:presLayoutVars>
      </dgm:prSet>
      <dgm:spPr/>
    </dgm:pt>
    <dgm:pt modelId="{BE4F2720-9360-4BC3-A29B-29C7B78538D0}" type="pres">
      <dgm:prSet presAssocID="{6BCF63A4-0459-408F-848D-F99C6F2F68AC}" presName="sibTrans" presStyleCnt="0"/>
      <dgm:spPr/>
    </dgm:pt>
    <dgm:pt modelId="{7B362FCC-304A-437E-8086-2EED58B1275E}" type="pres">
      <dgm:prSet presAssocID="{3E628DED-7E89-499C-B0E1-7BC0048A414E}" presName="compNode" presStyleCnt="0"/>
      <dgm:spPr/>
    </dgm:pt>
    <dgm:pt modelId="{073688EE-4A7D-4F8F-90C7-93F049EA21F7}" type="pres">
      <dgm:prSet presAssocID="{3E628DED-7E89-499C-B0E1-7BC0048A414E}" presName="iconBgRect" presStyleLbl="bgShp" presStyleIdx="1" presStyleCnt="4"/>
      <dgm:spPr/>
    </dgm:pt>
    <dgm:pt modelId="{AE12E6EB-B982-4579-9AF3-7BC48669601F}" type="pres">
      <dgm:prSet presAssocID="{3E628DED-7E89-499C-B0E1-7BC0048A414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21C7418-A164-4E35-8764-BCEB6B55724B}" type="pres">
      <dgm:prSet presAssocID="{3E628DED-7E89-499C-B0E1-7BC0048A414E}" presName="spaceRect" presStyleCnt="0"/>
      <dgm:spPr/>
    </dgm:pt>
    <dgm:pt modelId="{BAF1151F-2CF1-42D1-99EF-D9D96594E558}" type="pres">
      <dgm:prSet presAssocID="{3E628DED-7E89-499C-B0E1-7BC0048A414E}" presName="textRect" presStyleLbl="revTx" presStyleIdx="1" presStyleCnt="4">
        <dgm:presLayoutVars>
          <dgm:chMax val="1"/>
          <dgm:chPref val="1"/>
        </dgm:presLayoutVars>
      </dgm:prSet>
      <dgm:spPr/>
    </dgm:pt>
    <dgm:pt modelId="{37DA84C3-BBAD-4647-8E97-73E8475B3DCF}" type="pres">
      <dgm:prSet presAssocID="{22F2D3B9-377E-4338-8F5C-5C04D26EA24A}" presName="sibTrans" presStyleCnt="0"/>
      <dgm:spPr/>
    </dgm:pt>
    <dgm:pt modelId="{AD94C2CE-FD9D-438C-906A-F47084CFEA62}" type="pres">
      <dgm:prSet presAssocID="{E7DBED27-A9E0-428B-939C-5A8918AD5BE3}" presName="compNode" presStyleCnt="0"/>
      <dgm:spPr/>
    </dgm:pt>
    <dgm:pt modelId="{7871EE27-8CA3-423B-A206-898E883DE0E9}" type="pres">
      <dgm:prSet presAssocID="{E7DBED27-A9E0-428B-939C-5A8918AD5BE3}" presName="iconBgRect" presStyleLbl="bgShp" presStyleIdx="2" presStyleCnt="4"/>
      <dgm:spPr/>
    </dgm:pt>
    <dgm:pt modelId="{80425060-628F-4EBC-8829-0C755C2CF862}" type="pres">
      <dgm:prSet presAssocID="{E7DBED27-A9E0-428B-939C-5A8918AD5B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F3739C6-263E-4CAE-A955-FF10E331FAFE}" type="pres">
      <dgm:prSet presAssocID="{E7DBED27-A9E0-428B-939C-5A8918AD5BE3}" presName="spaceRect" presStyleCnt="0"/>
      <dgm:spPr/>
    </dgm:pt>
    <dgm:pt modelId="{E6B92356-13E6-40C2-A03D-E3E67A6F4451}" type="pres">
      <dgm:prSet presAssocID="{E7DBED27-A9E0-428B-939C-5A8918AD5BE3}" presName="textRect" presStyleLbl="revTx" presStyleIdx="2" presStyleCnt="4">
        <dgm:presLayoutVars>
          <dgm:chMax val="1"/>
          <dgm:chPref val="1"/>
        </dgm:presLayoutVars>
      </dgm:prSet>
      <dgm:spPr/>
    </dgm:pt>
    <dgm:pt modelId="{457EAB76-0757-4EF5-AB9C-BA2F022617EB}" type="pres">
      <dgm:prSet presAssocID="{E1DF45C0-99B3-4CC9-89FD-7CEACE90AF47}" presName="sibTrans" presStyleCnt="0"/>
      <dgm:spPr/>
    </dgm:pt>
    <dgm:pt modelId="{A6CE4AC2-C78B-4581-9A12-FBFA38217CAB}" type="pres">
      <dgm:prSet presAssocID="{997CCBA5-0B61-462D-86A8-4DAEB92772CD}" presName="compNode" presStyleCnt="0"/>
      <dgm:spPr/>
    </dgm:pt>
    <dgm:pt modelId="{48452989-26A7-4F53-A1E7-C7BC44EC8851}" type="pres">
      <dgm:prSet presAssocID="{997CCBA5-0B61-462D-86A8-4DAEB92772CD}" presName="iconBgRect" presStyleLbl="bgShp" presStyleIdx="3" presStyleCnt="4"/>
      <dgm:spPr/>
    </dgm:pt>
    <dgm:pt modelId="{5DEBF197-DC66-4298-8470-44AF7CBD7C60}" type="pres">
      <dgm:prSet presAssocID="{997CCBA5-0B61-462D-86A8-4DAEB92772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83855165-C599-48B3-9FA1-A53B1D5C5FBF}" type="pres">
      <dgm:prSet presAssocID="{997CCBA5-0B61-462D-86A8-4DAEB92772CD}" presName="spaceRect" presStyleCnt="0"/>
      <dgm:spPr/>
    </dgm:pt>
    <dgm:pt modelId="{F493C5FD-9674-4CBF-A872-1F0B227E28FB}" type="pres">
      <dgm:prSet presAssocID="{997CCBA5-0B61-462D-86A8-4DAEB92772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DBF8E0B-BE7A-451A-8230-633DDACFC472}" srcId="{B6BDFD8A-7376-4A4F-968A-C0FFA624B378}" destId="{3E628DED-7E89-499C-B0E1-7BC0048A414E}" srcOrd="1" destOrd="0" parTransId="{0FEA75C7-674C-49F7-B612-4874A82C8518}" sibTransId="{22F2D3B9-377E-4338-8F5C-5C04D26EA24A}"/>
    <dgm:cxn modelId="{8FD81127-C45D-4957-A09C-2BEE49D605CC}" srcId="{B6BDFD8A-7376-4A4F-968A-C0FFA624B378}" destId="{997CCBA5-0B61-462D-86A8-4DAEB92772CD}" srcOrd="3" destOrd="0" parTransId="{AF6F0CFD-8A80-4C92-AA0E-FE3E448CD942}" sibTransId="{F0F2810C-94E8-4777-9025-77AFC72F4804}"/>
    <dgm:cxn modelId="{CB02454B-8CC1-41AA-B323-43E9E3D14F69}" type="presOf" srcId="{997CCBA5-0B61-462D-86A8-4DAEB92772CD}" destId="{F493C5FD-9674-4CBF-A872-1F0B227E28FB}" srcOrd="0" destOrd="0" presId="urn:microsoft.com/office/officeart/2018/5/layout/IconCircleLabelList"/>
    <dgm:cxn modelId="{C6815651-8CBE-4453-900F-412E567FF6D0}" srcId="{B6BDFD8A-7376-4A4F-968A-C0FFA624B378}" destId="{66DA8554-D5FD-4169-8A9D-2F7602E3A7AB}" srcOrd="0" destOrd="0" parTransId="{DB8D1FAD-3B76-4E80-9A46-D56FD1393C2B}" sibTransId="{6BCF63A4-0459-408F-848D-F99C6F2F68AC}"/>
    <dgm:cxn modelId="{F6A47E80-EE94-4F3A-A018-C19FD31B77A9}" srcId="{B6BDFD8A-7376-4A4F-968A-C0FFA624B378}" destId="{E7DBED27-A9E0-428B-939C-5A8918AD5BE3}" srcOrd="2" destOrd="0" parTransId="{8370AA7C-0B4E-46CC-9A49-AE9E47CB9A59}" sibTransId="{E1DF45C0-99B3-4CC9-89FD-7CEACE90AF47}"/>
    <dgm:cxn modelId="{DF39DFA8-A2D6-4A37-861C-06BD79A3D843}" type="presOf" srcId="{B6BDFD8A-7376-4A4F-968A-C0FFA624B378}" destId="{929D44CE-9506-4EEF-AE15-C45DD1CB44BA}" srcOrd="0" destOrd="0" presId="urn:microsoft.com/office/officeart/2018/5/layout/IconCircleLabelList"/>
    <dgm:cxn modelId="{F5029DC3-BFB9-49B2-A134-757257C7B1B3}" type="presOf" srcId="{3E628DED-7E89-499C-B0E1-7BC0048A414E}" destId="{BAF1151F-2CF1-42D1-99EF-D9D96594E558}" srcOrd="0" destOrd="0" presId="urn:microsoft.com/office/officeart/2018/5/layout/IconCircleLabelList"/>
    <dgm:cxn modelId="{B25267E9-EBD2-4FCA-83B3-FD98E5DCC9F5}" type="presOf" srcId="{E7DBED27-A9E0-428B-939C-5A8918AD5BE3}" destId="{E6B92356-13E6-40C2-A03D-E3E67A6F4451}" srcOrd="0" destOrd="0" presId="urn:microsoft.com/office/officeart/2018/5/layout/IconCircleLabelList"/>
    <dgm:cxn modelId="{49308AFC-4D22-4675-AC80-4ED4DE352E93}" type="presOf" srcId="{66DA8554-D5FD-4169-8A9D-2F7602E3A7AB}" destId="{29D8EE95-B880-4E81-9586-A649329F8D60}" srcOrd="0" destOrd="0" presId="urn:microsoft.com/office/officeart/2018/5/layout/IconCircleLabelList"/>
    <dgm:cxn modelId="{6A0DA7AA-39D1-4906-A40A-03FB843DDC25}" type="presParOf" srcId="{929D44CE-9506-4EEF-AE15-C45DD1CB44BA}" destId="{BB8D5437-E6DE-4814-B328-6A7C79C0B357}" srcOrd="0" destOrd="0" presId="urn:microsoft.com/office/officeart/2018/5/layout/IconCircleLabelList"/>
    <dgm:cxn modelId="{3C3E8E92-6FB7-4901-8D94-B6C2EB517645}" type="presParOf" srcId="{BB8D5437-E6DE-4814-B328-6A7C79C0B357}" destId="{8067E1EE-8200-44D3-BEC0-A990783B5827}" srcOrd="0" destOrd="0" presId="urn:microsoft.com/office/officeart/2018/5/layout/IconCircleLabelList"/>
    <dgm:cxn modelId="{61617B6E-CD22-4D86-A799-8260B5FE9927}" type="presParOf" srcId="{BB8D5437-E6DE-4814-B328-6A7C79C0B357}" destId="{DFCA62E2-F923-4831-9B39-409758073AEB}" srcOrd="1" destOrd="0" presId="urn:microsoft.com/office/officeart/2018/5/layout/IconCircleLabelList"/>
    <dgm:cxn modelId="{C2DB6D52-25F8-49EC-84AB-0C0F4342D755}" type="presParOf" srcId="{BB8D5437-E6DE-4814-B328-6A7C79C0B357}" destId="{231685B5-B23B-4AEC-A64D-8844A1FF5E79}" srcOrd="2" destOrd="0" presId="urn:microsoft.com/office/officeart/2018/5/layout/IconCircleLabelList"/>
    <dgm:cxn modelId="{0BC43038-A2F2-41A2-96AB-E65FFA0745C8}" type="presParOf" srcId="{BB8D5437-E6DE-4814-B328-6A7C79C0B357}" destId="{29D8EE95-B880-4E81-9586-A649329F8D60}" srcOrd="3" destOrd="0" presId="urn:microsoft.com/office/officeart/2018/5/layout/IconCircleLabelList"/>
    <dgm:cxn modelId="{C4DA4BBB-0827-4FF9-8F0B-C9852D129C92}" type="presParOf" srcId="{929D44CE-9506-4EEF-AE15-C45DD1CB44BA}" destId="{BE4F2720-9360-4BC3-A29B-29C7B78538D0}" srcOrd="1" destOrd="0" presId="urn:microsoft.com/office/officeart/2018/5/layout/IconCircleLabelList"/>
    <dgm:cxn modelId="{0DA34D6D-C33D-4215-AFFF-79F73778DDBC}" type="presParOf" srcId="{929D44CE-9506-4EEF-AE15-C45DD1CB44BA}" destId="{7B362FCC-304A-437E-8086-2EED58B1275E}" srcOrd="2" destOrd="0" presId="urn:microsoft.com/office/officeart/2018/5/layout/IconCircleLabelList"/>
    <dgm:cxn modelId="{AC699B77-0432-48A2-B804-5036E6C9431A}" type="presParOf" srcId="{7B362FCC-304A-437E-8086-2EED58B1275E}" destId="{073688EE-4A7D-4F8F-90C7-93F049EA21F7}" srcOrd="0" destOrd="0" presId="urn:microsoft.com/office/officeart/2018/5/layout/IconCircleLabelList"/>
    <dgm:cxn modelId="{4B259A82-01A5-4EC0-9BB2-BE05AA5A652C}" type="presParOf" srcId="{7B362FCC-304A-437E-8086-2EED58B1275E}" destId="{AE12E6EB-B982-4579-9AF3-7BC48669601F}" srcOrd="1" destOrd="0" presId="urn:microsoft.com/office/officeart/2018/5/layout/IconCircleLabelList"/>
    <dgm:cxn modelId="{C1E8D42A-8174-4A90-9A8C-B06AB19E1505}" type="presParOf" srcId="{7B362FCC-304A-437E-8086-2EED58B1275E}" destId="{121C7418-A164-4E35-8764-BCEB6B55724B}" srcOrd="2" destOrd="0" presId="urn:microsoft.com/office/officeart/2018/5/layout/IconCircleLabelList"/>
    <dgm:cxn modelId="{3FF21191-7D33-42C3-B223-EDE3E1698C4A}" type="presParOf" srcId="{7B362FCC-304A-437E-8086-2EED58B1275E}" destId="{BAF1151F-2CF1-42D1-99EF-D9D96594E558}" srcOrd="3" destOrd="0" presId="urn:microsoft.com/office/officeart/2018/5/layout/IconCircleLabelList"/>
    <dgm:cxn modelId="{9ACAA0DE-1479-4266-8AB9-8AC4B15A39A5}" type="presParOf" srcId="{929D44CE-9506-4EEF-AE15-C45DD1CB44BA}" destId="{37DA84C3-BBAD-4647-8E97-73E8475B3DCF}" srcOrd="3" destOrd="0" presId="urn:microsoft.com/office/officeart/2018/5/layout/IconCircleLabelList"/>
    <dgm:cxn modelId="{3E8F1631-66B1-489A-AC44-B1E2D53F109B}" type="presParOf" srcId="{929D44CE-9506-4EEF-AE15-C45DD1CB44BA}" destId="{AD94C2CE-FD9D-438C-906A-F47084CFEA62}" srcOrd="4" destOrd="0" presId="urn:microsoft.com/office/officeart/2018/5/layout/IconCircleLabelList"/>
    <dgm:cxn modelId="{B1DC6EE5-006A-4708-B4C1-C34E657BFCEE}" type="presParOf" srcId="{AD94C2CE-FD9D-438C-906A-F47084CFEA62}" destId="{7871EE27-8CA3-423B-A206-898E883DE0E9}" srcOrd="0" destOrd="0" presId="urn:microsoft.com/office/officeart/2018/5/layout/IconCircleLabelList"/>
    <dgm:cxn modelId="{837806D8-D26B-4243-A172-4246F35221F3}" type="presParOf" srcId="{AD94C2CE-FD9D-438C-906A-F47084CFEA62}" destId="{80425060-628F-4EBC-8829-0C755C2CF862}" srcOrd="1" destOrd="0" presId="urn:microsoft.com/office/officeart/2018/5/layout/IconCircleLabelList"/>
    <dgm:cxn modelId="{A540A52F-B567-4694-8157-6FF792755A92}" type="presParOf" srcId="{AD94C2CE-FD9D-438C-906A-F47084CFEA62}" destId="{9F3739C6-263E-4CAE-A955-FF10E331FAFE}" srcOrd="2" destOrd="0" presId="urn:microsoft.com/office/officeart/2018/5/layout/IconCircleLabelList"/>
    <dgm:cxn modelId="{77FD1423-7C7E-4D53-BDE5-5374ECD3FA3C}" type="presParOf" srcId="{AD94C2CE-FD9D-438C-906A-F47084CFEA62}" destId="{E6B92356-13E6-40C2-A03D-E3E67A6F4451}" srcOrd="3" destOrd="0" presId="urn:microsoft.com/office/officeart/2018/5/layout/IconCircleLabelList"/>
    <dgm:cxn modelId="{B6460352-284E-4E8B-81C7-081424962E2F}" type="presParOf" srcId="{929D44CE-9506-4EEF-AE15-C45DD1CB44BA}" destId="{457EAB76-0757-4EF5-AB9C-BA2F022617EB}" srcOrd="5" destOrd="0" presId="urn:microsoft.com/office/officeart/2018/5/layout/IconCircleLabelList"/>
    <dgm:cxn modelId="{279457C3-15FA-432D-8F70-766B83F35922}" type="presParOf" srcId="{929D44CE-9506-4EEF-AE15-C45DD1CB44BA}" destId="{A6CE4AC2-C78B-4581-9A12-FBFA38217CAB}" srcOrd="6" destOrd="0" presId="urn:microsoft.com/office/officeart/2018/5/layout/IconCircleLabelList"/>
    <dgm:cxn modelId="{D9126BC9-DDD3-42F1-A3C8-E98AD1C42E0D}" type="presParOf" srcId="{A6CE4AC2-C78B-4581-9A12-FBFA38217CAB}" destId="{48452989-26A7-4F53-A1E7-C7BC44EC8851}" srcOrd="0" destOrd="0" presId="urn:microsoft.com/office/officeart/2018/5/layout/IconCircleLabelList"/>
    <dgm:cxn modelId="{50D3FE33-A0A2-439B-9AFE-7DD81ADAEA60}" type="presParOf" srcId="{A6CE4AC2-C78B-4581-9A12-FBFA38217CAB}" destId="{5DEBF197-DC66-4298-8470-44AF7CBD7C60}" srcOrd="1" destOrd="0" presId="urn:microsoft.com/office/officeart/2018/5/layout/IconCircleLabelList"/>
    <dgm:cxn modelId="{22D52EF3-53DF-4309-A5C7-BF36ABB58842}" type="presParOf" srcId="{A6CE4AC2-C78B-4581-9A12-FBFA38217CAB}" destId="{83855165-C599-48B3-9FA1-A53B1D5C5FBF}" srcOrd="2" destOrd="0" presId="urn:microsoft.com/office/officeart/2018/5/layout/IconCircleLabelList"/>
    <dgm:cxn modelId="{C438A7DD-7558-47BE-AC87-C508FD1DF3DA}" type="presParOf" srcId="{A6CE4AC2-C78B-4581-9A12-FBFA38217CAB}" destId="{F493C5FD-9674-4CBF-A872-1F0B227E28F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585CE3-53D8-4F7C-8063-6B01E6EF8C7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1625FD6-56C9-4EBA-9004-2C00574A3DEE}">
      <dgm:prSet/>
      <dgm:spPr/>
      <dgm:t>
        <a:bodyPr/>
        <a:lstStyle/>
        <a:p>
          <a:pPr>
            <a:defRPr cap="all"/>
          </a:pPr>
          <a:r>
            <a:rPr lang="en-US"/>
            <a:t>• Virtual environment</a:t>
          </a:r>
        </a:p>
      </dgm:t>
    </dgm:pt>
    <dgm:pt modelId="{B4BCE498-0E28-4C1D-855B-46F6A9558FC6}" type="parTrans" cxnId="{A4FDCEFE-13DF-4873-A224-183CA724E651}">
      <dgm:prSet/>
      <dgm:spPr/>
      <dgm:t>
        <a:bodyPr/>
        <a:lstStyle/>
        <a:p>
          <a:endParaRPr lang="en-US"/>
        </a:p>
      </dgm:t>
    </dgm:pt>
    <dgm:pt modelId="{2C8C63AC-94E6-4709-BDA5-279AF9CEDB12}" type="sibTrans" cxnId="{A4FDCEFE-13DF-4873-A224-183CA724E651}">
      <dgm:prSet/>
      <dgm:spPr/>
      <dgm:t>
        <a:bodyPr/>
        <a:lstStyle/>
        <a:p>
          <a:endParaRPr lang="en-US"/>
        </a:p>
      </dgm:t>
    </dgm:pt>
    <dgm:pt modelId="{F12A7120-25B5-48F7-8B3E-C5323B894A03}">
      <dgm:prSet/>
      <dgm:spPr/>
      <dgm:t>
        <a:bodyPr/>
        <a:lstStyle/>
        <a:p>
          <a:pPr>
            <a:defRPr cap="all"/>
          </a:pPr>
          <a:r>
            <a:rPr lang="en-US"/>
            <a:t>• Install openpyxl</a:t>
          </a:r>
        </a:p>
      </dgm:t>
    </dgm:pt>
    <dgm:pt modelId="{AA88CF3B-ACE5-4C8D-9889-95071FD3A84A}" type="parTrans" cxnId="{582A98B3-B032-4B34-B9DB-80743DBFCD64}">
      <dgm:prSet/>
      <dgm:spPr/>
      <dgm:t>
        <a:bodyPr/>
        <a:lstStyle/>
        <a:p>
          <a:endParaRPr lang="en-US"/>
        </a:p>
      </dgm:t>
    </dgm:pt>
    <dgm:pt modelId="{CC1AEC9B-03E6-405B-9B72-75E866200D72}" type="sibTrans" cxnId="{582A98B3-B032-4B34-B9DB-80743DBFCD64}">
      <dgm:prSet/>
      <dgm:spPr/>
      <dgm:t>
        <a:bodyPr/>
        <a:lstStyle/>
        <a:p>
          <a:endParaRPr lang="en-US"/>
        </a:p>
      </dgm:t>
    </dgm:pt>
    <dgm:pt modelId="{09AA92DC-6EFD-4CB2-9658-129AB26AEE99}">
      <dgm:prSet/>
      <dgm:spPr/>
      <dgm:t>
        <a:bodyPr/>
        <a:lstStyle/>
        <a:p>
          <a:pPr>
            <a:defRPr cap="all"/>
          </a:pPr>
          <a:r>
            <a:rPr lang="en-US"/>
            <a:t>• Read Excel</a:t>
          </a:r>
        </a:p>
      </dgm:t>
    </dgm:pt>
    <dgm:pt modelId="{1422DED8-A941-4009-9841-7F88FCB4FF06}" type="parTrans" cxnId="{C06003FC-8B67-47C9-8D60-D4968C33772C}">
      <dgm:prSet/>
      <dgm:spPr/>
      <dgm:t>
        <a:bodyPr/>
        <a:lstStyle/>
        <a:p>
          <a:endParaRPr lang="en-US"/>
        </a:p>
      </dgm:t>
    </dgm:pt>
    <dgm:pt modelId="{3C1333E2-0E93-430F-B9BB-D8E2084AEC72}" type="sibTrans" cxnId="{C06003FC-8B67-47C9-8D60-D4968C33772C}">
      <dgm:prSet/>
      <dgm:spPr/>
      <dgm:t>
        <a:bodyPr/>
        <a:lstStyle/>
        <a:p>
          <a:endParaRPr lang="en-US"/>
        </a:p>
      </dgm:t>
    </dgm:pt>
    <dgm:pt modelId="{F632C154-02BA-4C31-9592-1E8EC071FDC3}">
      <dgm:prSet/>
      <dgm:spPr/>
      <dgm:t>
        <a:bodyPr/>
        <a:lstStyle/>
        <a:p>
          <a:pPr>
            <a:defRPr cap="all"/>
          </a:pPr>
          <a:r>
            <a:rPr lang="en-US"/>
            <a:t>• Dictionaries</a:t>
          </a:r>
        </a:p>
      </dgm:t>
    </dgm:pt>
    <dgm:pt modelId="{88A0625C-6BF8-4ACF-8228-60E94CB893AC}" type="parTrans" cxnId="{7EB812E6-B11B-4D23-8C37-86D0BEC74531}">
      <dgm:prSet/>
      <dgm:spPr/>
      <dgm:t>
        <a:bodyPr/>
        <a:lstStyle/>
        <a:p>
          <a:endParaRPr lang="en-US"/>
        </a:p>
      </dgm:t>
    </dgm:pt>
    <dgm:pt modelId="{40D636F3-DB10-4173-9C16-F0E82455A8A7}" type="sibTrans" cxnId="{7EB812E6-B11B-4D23-8C37-86D0BEC74531}">
      <dgm:prSet/>
      <dgm:spPr/>
      <dgm:t>
        <a:bodyPr/>
        <a:lstStyle/>
        <a:p>
          <a:endParaRPr lang="en-US"/>
        </a:p>
      </dgm:t>
    </dgm:pt>
    <dgm:pt modelId="{49B6FB80-5A85-43AF-919E-94F676DA8FC1}">
      <dgm:prSet/>
      <dgm:spPr/>
      <dgm:t>
        <a:bodyPr/>
        <a:lstStyle/>
        <a:p>
          <a:pPr>
            <a:defRPr cap="all"/>
          </a:pPr>
          <a:r>
            <a:rPr lang="en-US"/>
            <a:t>• Write Excel</a:t>
          </a:r>
        </a:p>
      </dgm:t>
    </dgm:pt>
    <dgm:pt modelId="{D4EDCC04-1D53-4A02-AD67-E92AA073DDEA}" type="parTrans" cxnId="{16CB709C-669D-4F17-BA8C-FD2A52F015E8}">
      <dgm:prSet/>
      <dgm:spPr/>
      <dgm:t>
        <a:bodyPr/>
        <a:lstStyle/>
        <a:p>
          <a:endParaRPr lang="en-US"/>
        </a:p>
      </dgm:t>
    </dgm:pt>
    <dgm:pt modelId="{625E4D90-57A9-4CB4-8B7B-28297B77A1AC}" type="sibTrans" cxnId="{16CB709C-669D-4F17-BA8C-FD2A52F015E8}">
      <dgm:prSet/>
      <dgm:spPr/>
      <dgm:t>
        <a:bodyPr/>
        <a:lstStyle/>
        <a:p>
          <a:endParaRPr lang="en-US"/>
        </a:p>
      </dgm:t>
    </dgm:pt>
    <dgm:pt modelId="{7356BCC3-0673-432F-8AF3-D7A72A622955}" type="pres">
      <dgm:prSet presAssocID="{BB585CE3-53D8-4F7C-8063-6B01E6EF8C7D}" presName="root" presStyleCnt="0">
        <dgm:presLayoutVars>
          <dgm:dir/>
          <dgm:resizeHandles val="exact"/>
        </dgm:presLayoutVars>
      </dgm:prSet>
      <dgm:spPr/>
    </dgm:pt>
    <dgm:pt modelId="{32852AB8-1187-4458-88D5-D05140805C13}" type="pres">
      <dgm:prSet presAssocID="{D1625FD6-56C9-4EBA-9004-2C00574A3DEE}" presName="compNode" presStyleCnt="0"/>
      <dgm:spPr/>
    </dgm:pt>
    <dgm:pt modelId="{4855AAAA-4BED-409A-BD6B-498E46A3A431}" type="pres">
      <dgm:prSet presAssocID="{D1625FD6-56C9-4EBA-9004-2C00574A3DEE}" presName="iconBgRect" presStyleLbl="bgShp" presStyleIdx="0" presStyleCnt="5"/>
      <dgm:spPr/>
    </dgm:pt>
    <dgm:pt modelId="{7A9B189D-33EA-4019-8C8F-D4150DCAEE8F}" type="pres">
      <dgm:prSet presAssocID="{D1625FD6-56C9-4EBA-9004-2C00574A3D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60A8E65-2C8D-4C0E-A34E-640761B61007}" type="pres">
      <dgm:prSet presAssocID="{D1625FD6-56C9-4EBA-9004-2C00574A3DEE}" presName="spaceRect" presStyleCnt="0"/>
      <dgm:spPr/>
    </dgm:pt>
    <dgm:pt modelId="{6C24BC6B-5584-4DF7-BEEB-3461F2CA9E80}" type="pres">
      <dgm:prSet presAssocID="{D1625FD6-56C9-4EBA-9004-2C00574A3DEE}" presName="textRect" presStyleLbl="revTx" presStyleIdx="0" presStyleCnt="5">
        <dgm:presLayoutVars>
          <dgm:chMax val="1"/>
          <dgm:chPref val="1"/>
        </dgm:presLayoutVars>
      </dgm:prSet>
      <dgm:spPr/>
    </dgm:pt>
    <dgm:pt modelId="{FCA89DC4-656B-4AD0-BA7A-3FC567626A43}" type="pres">
      <dgm:prSet presAssocID="{2C8C63AC-94E6-4709-BDA5-279AF9CEDB12}" presName="sibTrans" presStyleCnt="0"/>
      <dgm:spPr/>
    </dgm:pt>
    <dgm:pt modelId="{087805C5-3BDD-4C93-A9A2-C6878D9D319F}" type="pres">
      <dgm:prSet presAssocID="{F12A7120-25B5-48F7-8B3E-C5323B894A03}" presName="compNode" presStyleCnt="0"/>
      <dgm:spPr/>
    </dgm:pt>
    <dgm:pt modelId="{687BBDF1-BE05-4C58-B3E4-016D3C05E6EF}" type="pres">
      <dgm:prSet presAssocID="{F12A7120-25B5-48F7-8B3E-C5323B894A03}" presName="iconBgRect" presStyleLbl="bgShp" presStyleIdx="1" presStyleCnt="5"/>
      <dgm:spPr/>
    </dgm:pt>
    <dgm:pt modelId="{9C971E54-7D22-47AE-928E-D707FEA11D64}" type="pres">
      <dgm:prSet presAssocID="{F12A7120-25B5-48F7-8B3E-C5323B894A0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DC8BCC-8635-416D-AE05-095F6CFD181B}" type="pres">
      <dgm:prSet presAssocID="{F12A7120-25B5-48F7-8B3E-C5323B894A03}" presName="spaceRect" presStyleCnt="0"/>
      <dgm:spPr/>
    </dgm:pt>
    <dgm:pt modelId="{6E84BD75-2FE7-48F0-8E68-BE86E3BBABFC}" type="pres">
      <dgm:prSet presAssocID="{F12A7120-25B5-48F7-8B3E-C5323B894A03}" presName="textRect" presStyleLbl="revTx" presStyleIdx="1" presStyleCnt="5">
        <dgm:presLayoutVars>
          <dgm:chMax val="1"/>
          <dgm:chPref val="1"/>
        </dgm:presLayoutVars>
      </dgm:prSet>
      <dgm:spPr/>
    </dgm:pt>
    <dgm:pt modelId="{121811E4-0E94-49EE-AB8F-244C9A8056D7}" type="pres">
      <dgm:prSet presAssocID="{CC1AEC9B-03E6-405B-9B72-75E866200D72}" presName="sibTrans" presStyleCnt="0"/>
      <dgm:spPr/>
    </dgm:pt>
    <dgm:pt modelId="{D3816B40-B575-4CFE-BC35-CCE5E63D8A73}" type="pres">
      <dgm:prSet presAssocID="{09AA92DC-6EFD-4CB2-9658-129AB26AEE99}" presName="compNode" presStyleCnt="0"/>
      <dgm:spPr/>
    </dgm:pt>
    <dgm:pt modelId="{72D52E45-5782-4DF0-A96C-7B2C3DEC8F48}" type="pres">
      <dgm:prSet presAssocID="{09AA92DC-6EFD-4CB2-9658-129AB26AEE99}" presName="iconBgRect" presStyleLbl="bgShp" presStyleIdx="2" presStyleCnt="5"/>
      <dgm:spPr/>
    </dgm:pt>
    <dgm:pt modelId="{FBA2240D-F7E3-4F53-AE7A-60AE0884AA1F}" type="pres">
      <dgm:prSet presAssocID="{09AA92DC-6EFD-4CB2-9658-129AB26AEE9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43362FB-5C00-4564-844C-B63B40DDC2A6}" type="pres">
      <dgm:prSet presAssocID="{09AA92DC-6EFD-4CB2-9658-129AB26AEE99}" presName="spaceRect" presStyleCnt="0"/>
      <dgm:spPr/>
    </dgm:pt>
    <dgm:pt modelId="{C7229D15-0ED9-4C6E-AB7A-7317D8F444EF}" type="pres">
      <dgm:prSet presAssocID="{09AA92DC-6EFD-4CB2-9658-129AB26AEE99}" presName="textRect" presStyleLbl="revTx" presStyleIdx="2" presStyleCnt="5">
        <dgm:presLayoutVars>
          <dgm:chMax val="1"/>
          <dgm:chPref val="1"/>
        </dgm:presLayoutVars>
      </dgm:prSet>
      <dgm:spPr/>
    </dgm:pt>
    <dgm:pt modelId="{3579300B-18C3-4871-B5CB-8977BA1DD0CD}" type="pres">
      <dgm:prSet presAssocID="{3C1333E2-0E93-430F-B9BB-D8E2084AEC72}" presName="sibTrans" presStyleCnt="0"/>
      <dgm:spPr/>
    </dgm:pt>
    <dgm:pt modelId="{8F69337C-2F0E-4BE9-9B9D-2D3FD7F93A69}" type="pres">
      <dgm:prSet presAssocID="{F632C154-02BA-4C31-9592-1E8EC071FDC3}" presName="compNode" presStyleCnt="0"/>
      <dgm:spPr/>
    </dgm:pt>
    <dgm:pt modelId="{B218D3A7-B591-4511-B972-F1C872986047}" type="pres">
      <dgm:prSet presAssocID="{F632C154-02BA-4C31-9592-1E8EC071FDC3}" presName="iconBgRect" presStyleLbl="bgShp" presStyleIdx="3" presStyleCnt="5"/>
      <dgm:spPr/>
    </dgm:pt>
    <dgm:pt modelId="{336D0DC7-9234-4F2E-B361-F8A76E23E228}" type="pres">
      <dgm:prSet presAssocID="{F632C154-02BA-4C31-9592-1E8EC071FDC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DBBAAF3-672B-4A46-83C2-13965B33C7DB}" type="pres">
      <dgm:prSet presAssocID="{F632C154-02BA-4C31-9592-1E8EC071FDC3}" presName="spaceRect" presStyleCnt="0"/>
      <dgm:spPr/>
    </dgm:pt>
    <dgm:pt modelId="{1D514B7E-A6B4-4D87-99DF-464E7B7911CC}" type="pres">
      <dgm:prSet presAssocID="{F632C154-02BA-4C31-9592-1E8EC071FDC3}" presName="textRect" presStyleLbl="revTx" presStyleIdx="3" presStyleCnt="5">
        <dgm:presLayoutVars>
          <dgm:chMax val="1"/>
          <dgm:chPref val="1"/>
        </dgm:presLayoutVars>
      </dgm:prSet>
      <dgm:spPr/>
    </dgm:pt>
    <dgm:pt modelId="{05176186-CAA0-44E5-BBA4-A04005C123E6}" type="pres">
      <dgm:prSet presAssocID="{40D636F3-DB10-4173-9C16-F0E82455A8A7}" presName="sibTrans" presStyleCnt="0"/>
      <dgm:spPr/>
    </dgm:pt>
    <dgm:pt modelId="{7D9A917D-6368-4CF6-BC89-65C17E280AEA}" type="pres">
      <dgm:prSet presAssocID="{49B6FB80-5A85-43AF-919E-94F676DA8FC1}" presName="compNode" presStyleCnt="0"/>
      <dgm:spPr/>
    </dgm:pt>
    <dgm:pt modelId="{0BD9776F-BC63-426B-9316-FD536A30039F}" type="pres">
      <dgm:prSet presAssocID="{49B6FB80-5A85-43AF-919E-94F676DA8FC1}" presName="iconBgRect" presStyleLbl="bgShp" presStyleIdx="4" presStyleCnt="5"/>
      <dgm:spPr/>
    </dgm:pt>
    <dgm:pt modelId="{57D04A01-6AC8-43E0-9078-ED3F1B120D2B}" type="pres">
      <dgm:prSet presAssocID="{49B6FB80-5A85-43AF-919E-94F676DA8FC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ADE2DA9-6BBB-4268-9A3B-D70F4C03B323}" type="pres">
      <dgm:prSet presAssocID="{49B6FB80-5A85-43AF-919E-94F676DA8FC1}" presName="spaceRect" presStyleCnt="0"/>
      <dgm:spPr/>
    </dgm:pt>
    <dgm:pt modelId="{42580CF6-F34B-4E98-AB56-DD9BF2388179}" type="pres">
      <dgm:prSet presAssocID="{49B6FB80-5A85-43AF-919E-94F676DA8FC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831780E-10DE-4DCD-9001-F37BF63F2AEA}" type="presOf" srcId="{BB585CE3-53D8-4F7C-8063-6B01E6EF8C7D}" destId="{7356BCC3-0673-432F-8AF3-D7A72A622955}" srcOrd="0" destOrd="0" presId="urn:microsoft.com/office/officeart/2018/5/layout/IconCircleLabelList"/>
    <dgm:cxn modelId="{E878B622-026E-470D-9F94-A6FBDEC3B810}" type="presOf" srcId="{F632C154-02BA-4C31-9592-1E8EC071FDC3}" destId="{1D514B7E-A6B4-4D87-99DF-464E7B7911CC}" srcOrd="0" destOrd="0" presId="urn:microsoft.com/office/officeart/2018/5/layout/IconCircleLabelList"/>
    <dgm:cxn modelId="{F1F2444C-D3F8-43A0-911C-E5402475A57D}" type="presOf" srcId="{09AA92DC-6EFD-4CB2-9658-129AB26AEE99}" destId="{C7229D15-0ED9-4C6E-AB7A-7317D8F444EF}" srcOrd="0" destOrd="0" presId="urn:microsoft.com/office/officeart/2018/5/layout/IconCircleLabelList"/>
    <dgm:cxn modelId="{D0ECF88E-20DA-47C6-B6A7-B96A8C31EB48}" type="presOf" srcId="{F12A7120-25B5-48F7-8B3E-C5323B894A03}" destId="{6E84BD75-2FE7-48F0-8E68-BE86E3BBABFC}" srcOrd="0" destOrd="0" presId="urn:microsoft.com/office/officeart/2018/5/layout/IconCircleLabelList"/>
    <dgm:cxn modelId="{7A657793-4EB9-46DF-B1B7-00F4AC08EE8B}" type="presOf" srcId="{D1625FD6-56C9-4EBA-9004-2C00574A3DEE}" destId="{6C24BC6B-5584-4DF7-BEEB-3461F2CA9E80}" srcOrd="0" destOrd="0" presId="urn:microsoft.com/office/officeart/2018/5/layout/IconCircleLabelList"/>
    <dgm:cxn modelId="{16CB709C-669D-4F17-BA8C-FD2A52F015E8}" srcId="{BB585CE3-53D8-4F7C-8063-6B01E6EF8C7D}" destId="{49B6FB80-5A85-43AF-919E-94F676DA8FC1}" srcOrd="4" destOrd="0" parTransId="{D4EDCC04-1D53-4A02-AD67-E92AA073DDEA}" sibTransId="{625E4D90-57A9-4CB4-8B7B-28297B77A1AC}"/>
    <dgm:cxn modelId="{582A98B3-B032-4B34-B9DB-80743DBFCD64}" srcId="{BB585CE3-53D8-4F7C-8063-6B01E6EF8C7D}" destId="{F12A7120-25B5-48F7-8B3E-C5323B894A03}" srcOrd="1" destOrd="0" parTransId="{AA88CF3B-ACE5-4C8D-9889-95071FD3A84A}" sibTransId="{CC1AEC9B-03E6-405B-9B72-75E866200D72}"/>
    <dgm:cxn modelId="{7EB812E6-B11B-4D23-8C37-86D0BEC74531}" srcId="{BB585CE3-53D8-4F7C-8063-6B01E6EF8C7D}" destId="{F632C154-02BA-4C31-9592-1E8EC071FDC3}" srcOrd="3" destOrd="0" parTransId="{88A0625C-6BF8-4ACF-8228-60E94CB893AC}" sibTransId="{40D636F3-DB10-4173-9C16-F0E82455A8A7}"/>
    <dgm:cxn modelId="{09501DF4-C12D-4681-8BC3-B044AA89D1B4}" type="presOf" srcId="{49B6FB80-5A85-43AF-919E-94F676DA8FC1}" destId="{42580CF6-F34B-4E98-AB56-DD9BF2388179}" srcOrd="0" destOrd="0" presId="urn:microsoft.com/office/officeart/2018/5/layout/IconCircleLabelList"/>
    <dgm:cxn modelId="{C06003FC-8B67-47C9-8D60-D4968C33772C}" srcId="{BB585CE3-53D8-4F7C-8063-6B01E6EF8C7D}" destId="{09AA92DC-6EFD-4CB2-9658-129AB26AEE99}" srcOrd="2" destOrd="0" parTransId="{1422DED8-A941-4009-9841-7F88FCB4FF06}" sibTransId="{3C1333E2-0E93-430F-B9BB-D8E2084AEC72}"/>
    <dgm:cxn modelId="{A4FDCEFE-13DF-4873-A224-183CA724E651}" srcId="{BB585CE3-53D8-4F7C-8063-6B01E6EF8C7D}" destId="{D1625FD6-56C9-4EBA-9004-2C00574A3DEE}" srcOrd="0" destOrd="0" parTransId="{B4BCE498-0E28-4C1D-855B-46F6A9558FC6}" sibTransId="{2C8C63AC-94E6-4709-BDA5-279AF9CEDB12}"/>
    <dgm:cxn modelId="{821C575B-6D75-4DB0-8CBB-E19C2BC92EDD}" type="presParOf" srcId="{7356BCC3-0673-432F-8AF3-D7A72A622955}" destId="{32852AB8-1187-4458-88D5-D05140805C13}" srcOrd="0" destOrd="0" presId="urn:microsoft.com/office/officeart/2018/5/layout/IconCircleLabelList"/>
    <dgm:cxn modelId="{8C03F0CE-B0A9-4DF5-A60B-285E55692DB8}" type="presParOf" srcId="{32852AB8-1187-4458-88D5-D05140805C13}" destId="{4855AAAA-4BED-409A-BD6B-498E46A3A431}" srcOrd="0" destOrd="0" presId="urn:microsoft.com/office/officeart/2018/5/layout/IconCircleLabelList"/>
    <dgm:cxn modelId="{A2847016-7EAE-4EC7-9D9E-0C4B383F6AAB}" type="presParOf" srcId="{32852AB8-1187-4458-88D5-D05140805C13}" destId="{7A9B189D-33EA-4019-8C8F-D4150DCAEE8F}" srcOrd="1" destOrd="0" presId="urn:microsoft.com/office/officeart/2018/5/layout/IconCircleLabelList"/>
    <dgm:cxn modelId="{BD162DBA-2AE0-42D8-A46F-83EEC0EE6B94}" type="presParOf" srcId="{32852AB8-1187-4458-88D5-D05140805C13}" destId="{560A8E65-2C8D-4C0E-A34E-640761B61007}" srcOrd="2" destOrd="0" presId="urn:microsoft.com/office/officeart/2018/5/layout/IconCircleLabelList"/>
    <dgm:cxn modelId="{08A1757A-8072-44D2-A87C-A3A202B5137C}" type="presParOf" srcId="{32852AB8-1187-4458-88D5-D05140805C13}" destId="{6C24BC6B-5584-4DF7-BEEB-3461F2CA9E80}" srcOrd="3" destOrd="0" presId="urn:microsoft.com/office/officeart/2018/5/layout/IconCircleLabelList"/>
    <dgm:cxn modelId="{8BB10C25-AE1F-4311-8B68-5646ECDEFFB3}" type="presParOf" srcId="{7356BCC3-0673-432F-8AF3-D7A72A622955}" destId="{FCA89DC4-656B-4AD0-BA7A-3FC567626A43}" srcOrd="1" destOrd="0" presId="urn:microsoft.com/office/officeart/2018/5/layout/IconCircleLabelList"/>
    <dgm:cxn modelId="{93CC15FD-225C-4A30-A734-C2F7B2A50BD3}" type="presParOf" srcId="{7356BCC3-0673-432F-8AF3-D7A72A622955}" destId="{087805C5-3BDD-4C93-A9A2-C6878D9D319F}" srcOrd="2" destOrd="0" presId="urn:microsoft.com/office/officeart/2018/5/layout/IconCircleLabelList"/>
    <dgm:cxn modelId="{78CACEF1-8022-47CC-ABDA-F7B089D2FFEC}" type="presParOf" srcId="{087805C5-3BDD-4C93-A9A2-C6878D9D319F}" destId="{687BBDF1-BE05-4C58-B3E4-016D3C05E6EF}" srcOrd="0" destOrd="0" presId="urn:microsoft.com/office/officeart/2018/5/layout/IconCircleLabelList"/>
    <dgm:cxn modelId="{1FF6659E-7AAF-4266-A71C-4BA7E96A2466}" type="presParOf" srcId="{087805C5-3BDD-4C93-A9A2-C6878D9D319F}" destId="{9C971E54-7D22-47AE-928E-D707FEA11D64}" srcOrd="1" destOrd="0" presId="urn:microsoft.com/office/officeart/2018/5/layout/IconCircleLabelList"/>
    <dgm:cxn modelId="{DD688A49-5FFA-48D7-A64E-0C3FB37A4791}" type="presParOf" srcId="{087805C5-3BDD-4C93-A9A2-C6878D9D319F}" destId="{57DC8BCC-8635-416D-AE05-095F6CFD181B}" srcOrd="2" destOrd="0" presId="urn:microsoft.com/office/officeart/2018/5/layout/IconCircleLabelList"/>
    <dgm:cxn modelId="{F1E1C858-E99A-42E9-80A3-4E092F78AD4E}" type="presParOf" srcId="{087805C5-3BDD-4C93-A9A2-C6878D9D319F}" destId="{6E84BD75-2FE7-48F0-8E68-BE86E3BBABFC}" srcOrd="3" destOrd="0" presId="urn:microsoft.com/office/officeart/2018/5/layout/IconCircleLabelList"/>
    <dgm:cxn modelId="{E4A01250-1B23-4A79-9090-F772DD98BC63}" type="presParOf" srcId="{7356BCC3-0673-432F-8AF3-D7A72A622955}" destId="{121811E4-0E94-49EE-AB8F-244C9A8056D7}" srcOrd="3" destOrd="0" presId="urn:microsoft.com/office/officeart/2018/5/layout/IconCircleLabelList"/>
    <dgm:cxn modelId="{9389086D-E913-46C3-8ABF-45593BB906ED}" type="presParOf" srcId="{7356BCC3-0673-432F-8AF3-D7A72A622955}" destId="{D3816B40-B575-4CFE-BC35-CCE5E63D8A73}" srcOrd="4" destOrd="0" presId="urn:microsoft.com/office/officeart/2018/5/layout/IconCircleLabelList"/>
    <dgm:cxn modelId="{7527EE92-FE00-42D6-8FDC-FC0267F7E113}" type="presParOf" srcId="{D3816B40-B575-4CFE-BC35-CCE5E63D8A73}" destId="{72D52E45-5782-4DF0-A96C-7B2C3DEC8F48}" srcOrd="0" destOrd="0" presId="urn:microsoft.com/office/officeart/2018/5/layout/IconCircleLabelList"/>
    <dgm:cxn modelId="{200D949A-8202-43C5-93F9-8AF5D827D720}" type="presParOf" srcId="{D3816B40-B575-4CFE-BC35-CCE5E63D8A73}" destId="{FBA2240D-F7E3-4F53-AE7A-60AE0884AA1F}" srcOrd="1" destOrd="0" presId="urn:microsoft.com/office/officeart/2018/5/layout/IconCircleLabelList"/>
    <dgm:cxn modelId="{E977AB8B-0A36-4978-AA7C-4F3E0C56594B}" type="presParOf" srcId="{D3816B40-B575-4CFE-BC35-CCE5E63D8A73}" destId="{143362FB-5C00-4564-844C-B63B40DDC2A6}" srcOrd="2" destOrd="0" presId="urn:microsoft.com/office/officeart/2018/5/layout/IconCircleLabelList"/>
    <dgm:cxn modelId="{EAC1AC57-E88D-441B-8F35-AAFF80D8724A}" type="presParOf" srcId="{D3816B40-B575-4CFE-BC35-CCE5E63D8A73}" destId="{C7229D15-0ED9-4C6E-AB7A-7317D8F444EF}" srcOrd="3" destOrd="0" presId="urn:microsoft.com/office/officeart/2018/5/layout/IconCircleLabelList"/>
    <dgm:cxn modelId="{2AE9D8D3-689A-4AFC-900E-A8E893D2C0E6}" type="presParOf" srcId="{7356BCC3-0673-432F-8AF3-D7A72A622955}" destId="{3579300B-18C3-4871-B5CB-8977BA1DD0CD}" srcOrd="5" destOrd="0" presId="urn:microsoft.com/office/officeart/2018/5/layout/IconCircleLabelList"/>
    <dgm:cxn modelId="{93A5BEC7-6ADA-486A-9ED3-117D3096982B}" type="presParOf" srcId="{7356BCC3-0673-432F-8AF3-D7A72A622955}" destId="{8F69337C-2F0E-4BE9-9B9D-2D3FD7F93A69}" srcOrd="6" destOrd="0" presId="urn:microsoft.com/office/officeart/2018/5/layout/IconCircleLabelList"/>
    <dgm:cxn modelId="{56CED079-9379-49E3-BCB8-40E1B783520E}" type="presParOf" srcId="{8F69337C-2F0E-4BE9-9B9D-2D3FD7F93A69}" destId="{B218D3A7-B591-4511-B972-F1C872986047}" srcOrd="0" destOrd="0" presId="urn:microsoft.com/office/officeart/2018/5/layout/IconCircleLabelList"/>
    <dgm:cxn modelId="{EEEF4EFD-DD5C-4466-9A48-FDCF80A4F761}" type="presParOf" srcId="{8F69337C-2F0E-4BE9-9B9D-2D3FD7F93A69}" destId="{336D0DC7-9234-4F2E-B361-F8A76E23E228}" srcOrd="1" destOrd="0" presId="urn:microsoft.com/office/officeart/2018/5/layout/IconCircleLabelList"/>
    <dgm:cxn modelId="{0666D54E-2823-42BE-9227-B00F42182C73}" type="presParOf" srcId="{8F69337C-2F0E-4BE9-9B9D-2D3FD7F93A69}" destId="{0DBBAAF3-672B-4A46-83C2-13965B33C7DB}" srcOrd="2" destOrd="0" presId="urn:microsoft.com/office/officeart/2018/5/layout/IconCircleLabelList"/>
    <dgm:cxn modelId="{F9A0E40F-FEF1-44C2-8F31-75268C496957}" type="presParOf" srcId="{8F69337C-2F0E-4BE9-9B9D-2D3FD7F93A69}" destId="{1D514B7E-A6B4-4D87-99DF-464E7B7911CC}" srcOrd="3" destOrd="0" presId="urn:microsoft.com/office/officeart/2018/5/layout/IconCircleLabelList"/>
    <dgm:cxn modelId="{4221004A-98A2-48FB-9F56-B2FA5704C232}" type="presParOf" srcId="{7356BCC3-0673-432F-8AF3-D7A72A622955}" destId="{05176186-CAA0-44E5-BBA4-A04005C123E6}" srcOrd="7" destOrd="0" presId="urn:microsoft.com/office/officeart/2018/5/layout/IconCircleLabelList"/>
    <dgm:cxn modelId="{63C5A0C6-60F7-4BB8-92FF-5E276EB9296D}" type="presParOf" srcId="{7356BCC3-0673-432F-8AF3-D7A72A622955}" destId="{7D9A917D-6368-4CF6-BC89-65C17E280AEA}" srcOrd="8" destOrd="0" presId="urn:microsoft.com/office/officeart/2018/5/layout/IconCircleLabelList"/>
    <dgm:cxn modelId="{D7D958E2-C7C8-417E-A742-14348A1D0121}" type="presParOf" srcId="{7D9A917D-6368-4CF6-BC89-65C17E280AEA}" destId="{0BD9776F-BC63-426B-9316-FD536A30039F}" srcOrd="0" destOrd="0" presId="urn:microsoft.com/office/officeart/2018/5/layout/IconCircleLabelList"/>
    <dgm:cxn modelId="{20FC2F10-24E6-414C-9EDE-0CD29030F24D}" type="presParOf" srcId="{7D9A917D-6368-4CF6-BC89-65C17E280AEA}" destId="{57D04A01-6AC8-43E0-9078-ED3F1B120D2B}" srcOrd="1" destOrd="0" presId="urn:microsoft.com/office/officeart/2018/5/layout/IconCircleLabelList"/>
    <dgm:cxn modelId="{55D45EAA-34C7-4070-A4E3-52931F6F4FC7}" type="presParOf" srcId="{7D9A917D-6368-4CF6-BC89-65C17E280AEA}" destId="{9ADE2DA9-6BBB-4268-9A3B-D70F4C03B323}" srcOrd="2" destOrd="0" presId="urn:microsoft.com/office/officeart/2018/5/layout/IconCircleLabelList"/>
    <dgm:cxn modelId="{CF8460B5-450B-4E22-97BA-1776C9E4B4D2}" type="presParOf" srcId="{7D9A917D-6368-4CF6-BC89-65C17E280AEA}" destId="{42580CF6-F34B-4E98-AB56-DD9BF23881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5EE406-841E-4C5F-A8B9-B2E354C976E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66DA78D-B015-4692-A12C-ECB4246D890F}">
      <dgm:prSet/>
      <dgm:spPr/>
      <dgm:t>
        <a:bodyPr/>
        <a:lstStyle/>
        <a:p>
          <a:r>
            <a:rPr lang="en-US"/>
            <a:t>• Workbook – entire Excel .xlsx file</a:t>
          </a:r>
        </a:p>
      </dgm:t>
    </dgm:pt>
    <dgm:pt modelId="{2A4C4014-5E46-4B05-97C8-B8B17E37F02B}" type="parTrans" cxnId="{8CCB1D92-B2BE-4F19-BE44-658E098FADC9}">
      <dgm:prSet/>
      <dgm:spPr/>
      <dgm:t>
        <a:bodyPr/>
        <a:lstStyle/>
        <a:p>
          <a:endParaRPr lang="en-US"/>
        </a:p>
      </dgm:t>
    </dgm:pt>
    <dgm:pt modelId="{611FA70A-2751-43C1-BB94-9F795050A160}" type="sibTrans" cxnId="{8CCB1D92-B2BE-4F19-BE44-658E098FADC9}">
      <dgm:prSet/>
      <dgm:spPr/>
      <dgm:t>
        <a:bodyPr/>
        <a:lstStyle/>
        <a:p>
          <a:endParaRPr lang="en-US"/>
        </a:p>
      </dgm:t>
    </dgm:pt>
    <dgm:pt modelId="{CCB45715-31B9-4E1C-AF9D-F7268FE8C5DD}">
      <dgm:prSet/>
      <dgm:spPr/>
      <dgm:t>
        <a:bodyPr/>
        <a:lstStyle/>
        <a:p>
          <a:r>
            <a:rPr lang="en-US"/>
            <a:t>• Worksheet – a tab inside the workbook</a:t>
          </a:r>
        </a:p>
      </dgm:t>
    </dgm:pt>
    <dgm:pt modelId="{32593126-B448-49E0-952C-524556422E7F}" type="parTrans" cxnId="{BF8483C8-BA8F-4842-BC10-C70E96EB2F38}">
      <dgm:prSet/>
      <dgm:spPr/>
      <dgm:t>
        <a:bodyPr/>
        <a:lstStyle/>
        <a:p>
          <a:endParaRPr lang="en-US"/>
        </a:p>
      </dgm:t>
    </dgm:pt>
    <dgm:pt modelId="{0263EAB2-D94F-476E-895C-ABB4696D9C75}" type="sibTrans" cxnId="{BF8483C8-BA8F-4842-BC10-C70E96EB2F38}">
      <dgm:prSet/>
      <dgm:spPr/>
      <dgm:t>
        <a:bodyPr/>
        <a:lstStyle/>
        <a:p>
          <a:endParaRPr lang="en-US"/>
        </a:p>
      </dgm:t>
    </dgm:pt>
    <dgm:pt modelId="{F878B994-BEBD-4D25-B143-FAD7BD092CD5}">
      <dgm:prSet/>
      <dgm:spPr/>
      <dgm:t>
        <a:bodyPr/>
        <a:lstStyle/>
        <a:p>
          <a:r>
            <a:rPr lang="en-US"/>
            <a:t>• Cell – smallest data container (e.g., A1)</a:t>
          </a:r>
        </a:p>
      </dgm:t>
    </dgm:pt>
    <dgm:pt modelId="{16818A4E-DF1C-40EA-9091-1EBDF62CA5FB}" type="parTrans" cxnId="{AEE0A537-4708-4BE0-821F-0DEEF90B3544}">
      <dgm:prSet/>
      <dgm:spPr/>
      <dgm:t>
        <a:bodyPr/>
        <a:lstStyle/>
        <a:p>
          <a:endParaRPr lang="en-US"/>
        </a:p>
      </dgm:t>
    </dgm:pt>
    <dgm:pt modelId="{1D4612A0-08A6-4D99-BD47-C26B09E969F2}" type="sibTrans" cxnId="{AEE0A537-4708-4BE0-821F-0DEEF90B3544}">
      <dgm:prSet/>
      <dgm:spPr/>
      <dgm:t>
        <a:bodyPr/>
        <a:lstStyle/>
        <a:p>
          <a:endParaRPr lang="en-US"/>
        </a:p>
      </dgm:t>
    </dgm:pt>
    <dgm:pt modelId="{B5D9C8D4-38E7-4D0C-A1D8-897A0F7D0D40}">
      <dgm:prSet/>
      <dgm:spPr/>
      <dgm:t>
        <a:bodyPr/>
        <a:lstStyle/>
        <a:p>
          <a:r>
            <a:rPr lang="en-US"/>
            <a:t>• Row – horizontal group of cells</a:t>
          </a:r>
        </a:p>
      </dgm:t>
    </dgm:pt>
    <dgm:pt modelId="{505321E3-316D-4AFC-9092-7D2A92B0F611}" type="parTrans" cxnId="{553F97AA-0446-42DF-9661-E3C71071399C}">
      <dgm:prSet/>
      <dgm:spPr/>
      <dgm:t>
        <a:bodyPr/>
        <a:lstStyle/>
        <a:p>
          <a:endParaRPr lang="en-US"/>
        </a:p>
      </dgm:t>
    </dgm:pt>
    <dgm:pt modelId="{4B3A1C7D-CA69-4F03-B568-C32340874F81}" type="sibTrans" cxnId="{553F97AA-0446-42DF-9661-E3C71071399C}">
      <dgm:prSet/>
      <dgm:spPr/>
      <dgm:t>
        <a:bodyPr/>
        <a:lstStyle/>
        <a:p>
          <a:endParaRPr lang="en-US"/>
        </a:p>
      </dgm:t>
    </dgm:pt>
    <dgm:pt modelId="{07A302B8-4A59-49CA-AC94-495134E3C83C}">
      <dgm:prSet/>
      <dgm:spPr/>
      <dgm:t>
        <a:bodyPr/>
        <a:lstStyle/>
        <a:p>
          <a:r>
            <a:rPr lang="en-US"/>
            <a:t>• Column – vertical group of cells</a:t>
          </a:r>
        </a:p>
      </dgm:t>
    </dgm:pt>
    <dgm:pt modelId="{6014333C-A757-4A80-9818-3BAE57266516}" type="parTrans" cxnId="{03EDDAD3-AEAD-4C2F-9EE9-4AB8D8797F53}">
      <dgm:prSet/>
      <dgm:spPr/>
      <dgm:t>
        <a:bodyPr/>
        <a:lstStyle/>
        <a:p>
          <a:endParaRPr lang="en-US"/>
        </a:p>
      </dgm:t>
    </dgm:pt>
    <dgm:pt modelId="{61991103-7611-400C-99C2-F87D7B2FBB42}" type="sibTrans" cxnId="{03EDDAD3-AEAD-4C2F-9EE9-4AB8D8797F53}">
      <dgm:prSet/>
      <dgm:spPr/>
      <dgm:t>
        <a:bodyPr/>
        <a:lstStyle/>
        <a:p>
          <a:endParaRPr lang="en-US"/>
        </a:p>
      </dgm:t>
    </dgm:pt>
    <dgm:pt modelId="{A27D18E8-DABA-4F60-9553-D8AFC7AB5704}">
      <dgm:prSet/>
      <dgm:spPr/>
      <dgm:t>
        <a:bodyPr/>
        <a:lstStyle/>
        <a:p>
          <a:r>
            <a:rPr lang="en-US"/>
            <a:t>• Header Row – labels like Name, Email, Grade</a:t>
          </a:r>
        </a:p>
      </dgm:t>
    </dgm:pt>
    <dgm:pt modelId="{DBDCFD1E-D8CD-4BFB-BC80-7E6965477AB3}" type="parTrans" cxnId="{98AFA607-67F4-4178-B4AC-2A0011006018}">
      <dgm:prSet/>
      <dgm:spPr/>
      <dgm:t>
        <a:bodyPr/>
        <a:lstStyle/>
        <a:p>
          <a:endParaRPr lang="en-US"/>
        </a:p>
      </dgm:t>
    </dgm:pt>
    <dgm:pt modelId="{32063C7E-0B66-4218-A9B2-297BFA267D95}" type="sibTrans" cxnId="{98AFA607-67F4-4178-B4AC-2A0011006018}">
      <dgm:prSet/>
      <dgm:spPr/>
      <dgm:t>
        <a:bodyPr/>
        <a:lstStyle/>
        <a:p>
          <a:endParaRPr lang="en-US"/>
        </a:p>
      </dgm:t>
    </dgm:pt>
    <dgm:pt modelId="{117C4804-58B7-41B3-81A1-A0091B18BE1A}">
      <dgm:prSet/>
      <dgm:spPr/>
      <dgm:t>
        <a:bodyPr/>
        <a:lstStyle/>
        <a:p>
          <a:r>
            <a:rPr lang="en-US"/>
            <a:t>• Cell Value – actual data or formula in a cell</a:t>
          </a:r>
        </a:p>
      </dgm:t>
    </dgm:pt>
    <dgm:pt modelId="{6D89182A-C3F8-45EA-A349-584726D75A53}" type="parTrans" cxnId="{C1A5A801-5A84-4A34-8611-B15C2DC7302F}">
      <dgm:prSet/>
      <dgm:spPr/>
      <dgm:t>
        <a:bodyPr/>
        <a:lstStyle/>
        <a:p>
          <a:endParaRPr lang="en-US"/>
        </a:p>
      </dgm:t>
    </dgm:pt>
    <dgm:pt modelId="{7A700407-927A-4ECC-A9DD-2AB73A069DB4}" type="sibTrans" cxnId="{C1A5A801-5A84-4A34-8611-B15C2DC7302F}">
      <dgm:prSet/>
      <dgm:spPr/>
      <dgm:t>
        <a:bodyPr/>
        <a:lstStyle/>
        <a:p>
          <a:endParaRPr lang="en-US"/>
        </a:p>
      </dgm:t>
    </dgm:pt>
    <dgm:pt modelId="{E1034E9D-4723-4D17-A9F8-4999C1F53D38}">
      <dgm:prSet/>
      <dgm:spPr/>
      <dgm:t>
        <a:bodyPr/>
        <a:lstStyle/>
        <a:p>
          <a:r>
            <a:rPr lang="en-US"/>
            <a:t>• openpyxl – library for reading/writing .xlsx</a:t>
          </a:r>
        </a:p>
      </dgm:t>
    </dgm:pt>
    <dgm:pt modelId="{D56C93AF-9FBD-4197-9168-37849194C8B0}" type="parTrans" cxnId="{AEB107B6-9401-4125-87E5-4B524EE6DEE3}">
      <dgm:prSet/>
      <dgm:spPr/>
      <dgm:t>
        <a:bodyPr/>
        <a:lstStyle/>
        <a:p>
          <a:endParaRPr lang="en-US"/>
        </a:p>
      </dgm:t>
    </dgm:pt>
    <dgm:pt modelId="{9CD42E81-A7DF-4DA9-A27C-55FE761371CC}" type="sibTrans" cxnId="{AEB107B6-9401-4125-87E5-4B524EE6DEE3}">
      <dgm:prSet/>
      <dgm:spPr/>
      <dgm:t>
        <a:bodyPr/>
        <a:lstStyle/>
        <a:p>
          <a:endParaRPr lang="en-US"/>
        </a:p>
      </dgm:t>
    </dgm:pt>
    <dgm:pt modelId="{FFD0EAEC-8B2E-4D4B-B20D-C82079007C88}">
      <dgm:prSet/>
      <dgm:spPr/>
      <dgm:t>
        <a:bodyPr/>
        <a:lstStyle/>
        <a:p>
          <a:r>
            <a:rPr lang="en-US"/>
            <a:t>• Virtual Environment – isolated Python setup</a:t>
          </a:r>
        </a:p>
      </dgm:t>
    </dgm:pt>
    <dgm:pt modelId="{320D57AE-6628-48DB-9FE1-83B704BA7993}" type="parTrans" cxnId="{F41255CD-1D10-4F1B-8734-61A658104416}">
      <dgm:prSet/>
      <dgm:spPr/>
      <dgm:t>
        <a:bodyPr/>
        <a:lstStyle/>
        <a:p>
          <a:endParaRPr lang="en-US"/>
        </a:p>
      </dgm:t>
    </dgm:pt>
    <dgm:pt modelId="{2AB28E53-0007-4C6B-A767-17EFFC21DC87}" type="sibTrans" cxnId="{F41255CD-1D10-4F1B-8734-61A658104416}">
      <dgm:prSet/>
      <dgm:spPr/>
      <dgm:t>
        <a:bodyPr/>
        <a:lstStyle/>
        <a:p>
          <a:endParaRPr lang="en-US"/>
        </a:p>
      </dgm:t>
    </dgm:pt>
    <dgm:pt modelId="{476332F0-836F-450F-B6DD-249A436B898C}">
      <dgm:prSet/>
      <dgm:spPr/>
      <dgm:t>
        <a:bodyPr/>
        <a:lstStyle/>
        <a:p>
          <a:r>
            <a:rPr lang="en-US"/>
            <a:t>• Dictionary – key/value data structure</a:t>
          </a:r>
        </a:p>
      </dgm:t>
    </dgm:pt>
    <dgm:pt modelId="{44FC1BC6-B962-4905-9F71-ECC95564912D}" type="parTrans" cxnId="{9D87CC23-F6F1-4416-AB10-B3F7D980FCB1}">
      <dgm:prSet/>
      <dgm:spPr/>
      <dgm:t>
        <a:bodyPr/>
        <a:lstStyle/>
        <a:p>
          <a:endParaRPr lang="en-US"/>
        </a:p>
      </dgm:t>
    </dgm:pt>
    <dgm:pt modelId="{D44CF340-25DD-4CCF-B44A-655D52BDFE01}" type="sibTrans" cxnId="{9D87CC23-F6F1-4416-AB10-B3F7D980FCB1}">
      <dgm:prSet/>
      <dgm:spPr/>
      <dgm:t>
        <a:bodyPr/>
        <a:lstStyle/>
        <a:p>
          <a:endParaRPr lang="en-US"/>
        </a:p>
      </dgm:t>
    </dgm:pt>
    <dgm:pt modelId="{4A20EBB8-D9D4-4A81-A9D6-48743BB01C34}" type="pres">
      <dgm:prSet presAssocID="{125EE406-841E-4C5F-A8B9-B2E354C976EA}" presName="vert0" presStyleCnt="0">
        <dgm:presLayoutVars>
          <dgm:dir/>
          <dgm:animOne val="branch"/>
          <dgm:animLvl val="lvl"/>
        </dgm:presLayoutVars>
      </dgm:prSet>
      <dgm:spPr/>
    </dgm:pt>
    <dgm:pt modelId="{6ED5B67B-AB95-42F4-AF06-75E09AF26024}" type="pres">
      <dgm:prSet presAssocID="{766DA78D-B015-4692-A12C-ECB4246D890F}" presName="thickLine" presStyleLbl="alignNode1" presStyleIdx="0" presStyleCnt="10"/>
      <dgm:spPr/>
    </dgm:pt>
    <dgm:pt modelId="{EACF56E0-4172-49E9-9191-8AA36A5D8138}" type="pres">
      <dgm:prSet presAssocID="{766DA78D-B015-4692-A12C-ECB4246D890F}" presName="horz1" presStyleCnt="0"/>
      <dgm:spPr/>
    </dgm:pt>
    <dgm:pt modelId="{9899199D-A53B-4D71-817E-DB42B61F1831}" type="pres">
      <dgm:prSet presAssocID="{766DA78D-B015-4692-A12C-ECB4246D890F}" presName="tx1" presStyleLbl="revTx" presStyleIdx="0" presStyleCnt="10"/>
      <dgm:spPr/>
    </dgm:pt>
    <dgm:pt modelId="{DF38427B-E3CD-49E0-AEAB-0DCFAEB7263F}" type="pres">
      <dgm:prSet presAssocID="{766DA78D-B015-4692-A12C-ECB4246D890F}" presName="vert1" presStyleCnt="0"/>
      <dgm:spPr/>
    </dgm:pt>
    <dgm:pt modelId="{42426F89-C8E2-4890-B1A3-C661528D9CEA}" type="pres">
      <dgm:prSet presAssocID="{CCB45715-31B9-4E1C-AF9D-F7268FE8C5DD}" presName="thickLine" presStyleLbl="alignNode1" presStyleIdx="1" presStyleCnt="10"/>
      <dgm:spPr/>
    </dgm:pt>
    <dgm:pt modelId="{EDE1D4E6-32B5-40C9-81EC-EE81E4AB768D}" type="pres">
      <dgm:prSet presAssocID="{CCB45715-31B9-4E1C-AF9D-F7268FE8C5DD}" presName="horz1" presStyleCnt="0"/>
      <dgm:spPr/>
    </dgm:pt>
    <dgm:pt modelId="{FF422EF2-9665-4892-BDDD-97A6B0619DA3}" type="pres">
      <dgm:prSet presAssocID="{CCB45715-31B9-4E1C-AF9D-F7268FE8C5DD}" presName="tx1" presStyleLbl="revTx" presStyleIdx="1" presStyleCnt="10"/>
      <dgm:spPr/>
    </dgm:pt>
    <dgm:pt modelId="{6ED7C70C-BE8E-4FEC-8C9A-240D3E468171}" type="pres">
      <dgm:prSet presAssocID="{CCB45715-31B9-4E1C-AF9D-F7268FE8C5DD}" presName="vert1" presStyleCnt="0"/>
      <dgm:spPr/>
    </dgm:pt>
    <dgm:pt modelId="{D1FFFE75-8D44-40C6-B44F-DFA6B8DA2F32}" type="pres">
      <dgm:prSet presAssocID="{F878B994-BEBD-4D25-B143-FAD7BD092CD5}" presName="thickLine" presStyleLbl="alignNode1" presStyleIdx="2" presStyleCnt="10"/>
      <dgm:spPr/>
    </dgm:pt>
    <dgm:pt modelId="{67E6D1FD-9506-478B-B203-7171A1AAAE75}" type="pres">
      <dgm:prSet presAssocID="{F878B994-BEBD-4D25-B143-FAD7BD092CD5}" presName="horz1" presStyleCnt="0"/>
      <dgm:spPr/>
    </dgm:pt>
    <dgm:pt modelId="{E18761FC-B92B-4111-95C6-34CECDD15EB6}" type="pres">
      <dgm:prSet presAssocID="{F878B994-BEBD-4D25-B143-FAD7BD092CD5}" presName="tx1" presStyleLbl="revTx" presStyleIdx="2" presStyleCnt="10"/>
      <dgm:spPr/>
    </dgm:pt>
    <dgm:pt modelId="{E452C3EE-967F-4A2A-AD4A-B6C3C429D78F}" type="pres">
      <dgm:prSet presAssocID="{F878B994-BEBD-4D25-B143-FAD7BD092CD5}" presName="vert1" presStyleCnt="0"/>
      <dgm:spPr/>
    </dgm:pt>
    <dgm:pt modelId="{54889E9A-8C91-47D4-B142-69FB8DC94A2E}" type="pres">
      <dgm:prSet presAssocID="{B5D9C8D4-38E7-4D0C-A1D8-897A0F7D0D40}" presName="thickLine" presStyleLbl="alignNode1" presStyleIdx="3" presStyleCnt="10"/>
      <dgm:spPr/>
    </dgm:pt>
    <dgm:pt modelId="{73A4C15D-B46F-4224-B473-E72EDA5AAF50}" type="pres">
      <dgm:prSet presAssocID="{B5D9C8D4-38E7-4D0C-A1D8-897A0F7D0D40}" presName="horz1" presStyleCnt="0"/>
      <dgm:spPr/>
    </dgm:pt>
    <dgm:pt modelId="{9D89AADF-988D-4752-9FC4-5679920E19C2}" type="pres">
      <dgm:prSet presAssocID="{B5D9C8D4-38E7-4D0C-A1D8-897A0F7D0D40}" presName="tx1" presStyleLbl="revTx" presStyleIdx="3" presStyleCnt="10"/>
      <dgm:spPr/>
    </dgm:pt>
    <dgm:pt modelId="{D2319DA8-AC9A-4D29-87CD-882EBCB9A624}" type="pres">
      <dgm:prSet presAssocID="{B5D9C8D4-38E7-4D0C-A1D8-897A0F7D0D40}" presName="vert1" presStyleCnt="0"/>
      <dgm:spPr/>
    </dgm:pt>
    <dgm:pt modelId="{9CC9CC2B-B68A-4C5E-BAE6-84E801203F47}" type="pres">
      <dgm:prSet presAssocID="{07A302B8-4A59-49CA-AC94-495134E3C83C}" presName="thickLine" presStyleLbl="alignNode1" presStyleIdx="4" presStyleCnt="10"/>
      <dgm:spPr/>
    </dgm:pt>
    <dgm:pt modelId="{03C9FCA7-D166-4DD4-8E9E-71F999A5F06F}" type="pres">
      <dgm:prSet presAssocID="{07A302B8-4A59-49CA-AC94-495134E3C83C}" presName="horz1" presStyleCnt="0"/>
      <dgm:spPr/>
    </dgm:pt>
    <dgm:pt modelId="{A08BDF6A-89B5-4C07-A846-7E5EB55B0BC4}" type="pres">
      <dgm:prSet presAssocID="{07A302B8-4A59-49CA-AC94-495134E3C83C}" presName="tx1" presStyleLbl="revTx" presStyleIdx="4" presStyleCnt="10"/>
      <dgm:spPr/>
    </dgm:pt>
    <dgm:pt modelId="{DFB8205B-40F6-451E-9390-01EBABAAA4BE}" type="pres">
      <dgm:prSet presAssocID="{07A302B8-4A59-49CA-AC94-495134E3C83C}" presName="vert1" presStyleCnt="0"/>
      <dgm:spPr/>
    </dgm:pt>
    <dgm:pt modelId="{69403852-9B60-4B86-ADFB-C32ED218CB1F}" type="pres">
      <dgm:prSet presAssocID="{A27D18E8-DABA-4F60-9553-D8AFC7AB5704}" presName="thickLine" presStyleLbl="alignNode1" presStyleIdx="5" presStyleCnt="10"/>
      <dgm:spPr/>
    </dgm:pt>
    <dgm:pt modelId="{7B69E899-1CD5-4133-89AF-E68DFD5E3375}" type="pres">
      <dgm:prSet presAssocID="{A27D18E8-DABA-4F60-9553-D8AFC7AB5704}" presName="horz1" presStyleCnt="0"/>
      <dgm:spPr/>
    </dgm:pt>
    <dgm:pt modelId="{7A029793-408E-4DF1-9A3D-170633FA5BCB}" type="pres">
      <dgm:prSet presAssocID="{A27D18E8-DABA-4F60-9553-D8AFC7AB5704}" presName="tx1" presStyleLbl="revTx" presStyleIdx="5" presStyleCnt="10"/>
      <dgm:spPr/>
    </dgm:pt>
    <dgm:pt modelId="{BAA499E5-DD53-416E-9529-45950B82278A}" type="pres">
      <dgm:prSet presAssocID="{A27D18E8-DABA-4F60-9553-D8AFC7AB5704}" presName="vert1" presStyleCnt="0"/>
      <dgm:spPr/>
    </dgm:pt>
    <dgm:pt modelId="{0FE52849-762C-41E5-B31F-CCE33AE2BD40}" type="pres">
      <dgm:prSet presAssocID="{117C4804-58B7-41B3-81A1-A0091B18BE1A}" presName="thickLine" presStyleLbl="alignNode1" presStyleIdx="6" presStyleCnt="10"/>
      <dgm:spPr/>
    </dgm:pt>
    <dgm:pt modelId="{38402300-8615-4004-921E-D7A2EB6B945F}" type="pres">
      <dgm:prSet presAssocID="{117C4804-58B7-41B3-81A1-A0091B18BE1A}" presName="horz1" presStyleCnt="0"/>
      <dgm:spPr/>
    </dgm:pt>
    <dgm:pt modelId="{69AB2ED8-98A0-4000-AC43-A05B5C5B1A21}" type="pres">
      <dgm:prSet presAssocID="{117C4804-58B7-41B3-81A1-A0091B18BE1A}" presName="tx1" presStyleLbl="revTx" presStyleIdx="6" presStyleCnt="10"/>
      <dgm:spPr/>
    </dgm:pt>
    <dgm:pt modelId="{4B55A279-3793-4799-B83E-417DDA56C0D5}" type="pres">
      <dgm:prSet presAssocID="{117C4804-58B7-41B3-81A1-A0091B18BE1A}" presName="vert1" presStyleCnt="0"/>
      <dgm:spPr/>
    </dgm:pt>
    <dgm:pt modelId="{62CBA893-732A-40F8-8C54-D84141941F41}" type="pres">
      <dgm:prSet presAssocID="{E1034E9D-4723-4D17-A9F8-4999C1F53D38}" presName="thickLine" presStyleLbl="alignNode1" presStyleIdx="7" presStyleCnt="10"/>
      <dgm:spPr/>
    </dgm:pt>
    <dgm:pt modelId="{46802A1E-1557-4D5A-827B-165CB40482D8}" type="pres">
      <dgm:prSet presAssocID="{E1034E9D-4723-4D17-A9F8-4999C1F53D38}" presName="horz1" presStyleCnt="0"/>
      <dgm:spPr/>
    </dgm:pt>
    <dgm:pt modelId="{A5A760F8-AC93-44C2-88DB-6DF48FAD66A3}" type="pres">
      <dgm:prSet presAssocID="{E1034E9D-4723-4D17-A9F8-4999C1F53D38}" presName="tx1" presStyleLbl="revTx" presStyleIdx="7" presStyleCnt="10"/>
      <dgm:spPr/>
    </dgm:pt>
    <dgm:pt modelId="{9B63BAEA-597B-4A7B-B646-17DE371D9992}" type="pres">
      <dgm:prSet presAssocID="{E1034E9D-4723-4D17-A9F8-4999C1F53D38}" presName="vert1" presStyleCnt="0"/>
      <dgm:spPr/>
    </dgm:pt>
    <dgm:pt modelId="{59EE049D-D491-4AD1-90EA-F3C15FD228AC}" type="pres">
      <dgm:prSet presAssocID="{FFD0EAEC-8B2E-4D4B-B20D-C82079007C88}" presName="thickLine" presStyleLbl="alignNode1" presStyleIdx="8" presStyleCnt="10"/>
      <dgm:spPr/>
    </dgm:pt>
    <dgm:pt modelId="{5DE31004-2895-4CB5-AD26-48629C14FC8B}" type="pres">
      <dgm:prSet presAssocID="{FFD0EAEC-8B2E-4D4B-B20D-C82079007C88}" presName="horz1" presStyleCnt="0"/>
      <dgm:spPr/>
    </dgm:pt>
    <dgm:pt modelId="{1CAD955A-8CDB-4224-B703-7597A6F4B7B9}" type="pres">
      <dgm:prSet presAssocID="{FFD0EAEC-8B2E-4D4B-B20D-C82079007C88}" presName="tx1" presStyleLbl="revTx" presStyleIdx="8" presStyleCnt="10"/>
      <dgm:spPr/>
    </dgm:pt>
    <dgm:pt modelId="{FD2AC5ED-4271-4638-B891-6B123149DE68}" type="pres">
      <dgm:prSet presAssocID="{FFD0EAEC-8B2E-4D4B-B20D-C82079007C88}" presName="vert1" presStyleCnt="0"/>
      <dgm:spPr/>
    </dgm:pt>
    <dgm:pt modelId="{773BB9D0-E687-4A62-B3DC-C6ADC71399BC}" type="pres">
      <dgm:prSet presAssocID="{476332F0-836F-450F-B6DD-249A436B898C}" presName="thickLine" presStyleLbl="alignNode1" presStyleIdx="9" presStyleCnt="10"/>
      <dgm:spPr/>
    </dgm:pt>
    <dgm:pt modelId="{2AE7C851-BBF0-4F63-87C6-3FB6B1BD2F6B}" type="pres">
      <dgm:prSet presAssocID="{476332F0-836F-450F-B6DD-249A436B898C}" presName="horz1" presStyleCnt="0"/>
      <dgm:spPr/>
    </dgm:pt>
    <dgm:pt modelId="{684C5CE4-4303-4E94-BC0A-C40F75F098B4}" type="pres">
      <dgm:prSet presAssocID="{476332F0-836F-450F-B6DD-249A436B898C}" presName="tx1" presStyleLbl="revTx" presStyleIdx="9" presStyleCnt="10"/>
      <dgm:spPr/>
    </dgm:pt>
    <dgm:pt modelId="{BCD4A432-61F3-4297-8D21-9DB8FBB90A6F}" type="pres">
      <dgm:prSet presAssocID="{476332F0-836F-450F-B6DD-249A436B898C}" presName="vert1" presStyleCnt="0"/>
      <dgm:spPr/>
    </dgm:pt>
  </dgm:ptLst>
  <dgm:cxnLst>
    <dgm:cxn modelId="{C1A5A801-5A84-4A34-8611-B15C2DC7302F}" srcId="{125EE406-841E-4C5F-A8B9-B2E354C976EA}" destId="{117C4804-58B7-41B3-81A1-A0091B18BE1A}" srcOrd="6" destOrd="0" parTransId="{6D89182A-C3F8-45EA-A349-584726D75A53}" sibTransId="{7A700407-927A-4ECC-A9DD-2AB73A069DB4}"/>
    <dgm:cxn modelId="{55F87105-1AB7-477F-9A3D-E7C50533778E}" type="presOf" srcId="{125EE406-841E-4C5F-A8B9-B2E354C976EA}" destId="{4A20EBB8-D9D4-4A81-A9D6-48743BB01C34}" srcOrd="0" destOrd="0" presId="urn:microsoft.com/office/officeart/2008/layout/LinedList"/>
    <dgm:cxn modelId="{98AFA607-67F4-4178-B4AC-2A0011006018}" srcId="{125EE406-841E-4C5F-A8B9-B2E354C976EA}" destId="{A27D18E8-DABA-4F60-9553-D8AFC7AB5704}" srcOrd="5" destOrd="0" parTransId="{DBDCFD1E-D8CD-4BFB-BC80-7E6965477AB3}" sibTransId="{32063C7E-0B66-4218-A9B2-297BFA267D95}"/>
    <dgm:cxn modelId="{9D87CC23-F6F1-4416-AB10-B3F7D980FCB1}" srcId="{125EE406-841E-4C5F-A8B9-B2E354C976EA}" destId="{476332F0-836F-450F-B6DD-249A436B898C}" srcOrd="9" destOrd="0" parTransId="{44FC1BC6-B962-4905-9F71-ECC95564912D}" sibTransId="{D44CF340-25DD-4CCF-B44A-655D52BDFE01}"/>
    <dgm:cxn modelId="{AEE0A537-4708-4BE0-821F-0DEEF90B3544}" srcId="{125EE406-841E-4C5F-A8B9-B2E354C976EA}" destId="{F878B994-BEBD-4D25-B143-FAD7BD092CD5}" srcOrd="2" destOrd="0" parTransId="{16818A4E-DF1C-40EA-9091-1EBDF62CA5FB}" sibTransId="{1D4612A0-08A6-4D99-BD47-C26B09E969F2}"/>
    <dgm:cxn modelId="{54A67939-68BF-428A-9024-27C1BBEDC3DC}" type="presOf" srcId="{766DA78D-B015-4692-A12C-ECB4246D890F}" destId="{9899199D-A53B-4D71-817E-DB42B61F1831}" srcOrd="0" destOrd="0" presId="urn:microsoft.com/office/officeart/2008/layout/LinedList"/>
    <dgm:cxn modelId="{D3EAD33B-BC1E-4295-A8BD-B84C2FB18AAA}" type="presOf" srcId="{FFD0EAEC-8B2E-4D4B-B20D-C82079007C88}" destId="{1CAD955A-8CDB-4224-B703-7597A6F4B7B9}" srcOrd="0" destOrd="0" presId="urn:microsoft.com/office/officeart/2008/layout/LinedList"/>
    <dgm:cxn modelId="{15AF3040-C316-47B5-8764-8DA13398DD90}" type="presOf" srcId="{A27D18E8-DABA-4F60-9553-D8AFC7AB5704}" destId="{7A029793-408E-4DF1-9A3D-170633FA5BCB}" srcOrd="0" destOrd="0" presId="urn:microsoft.com/office/officeart/2008/layout/LinedList"/>
    <dgm:cxn modelId="{EFDBB16A-70D8-4010-AB00-FA79D5154DDF}" type="presOf" srcId="{F878B994-BEBD-4D25-B143-FAD7BD092CD5}" destId="{E18761FC-B92B-4111-95C6-34CECDD15EB6}" srcOrd="0" destOrd="0" presId="urn:microsoft.com/office/officeart/2008/layout/LinedList"/>
    <dgm:cxn modelId="{3F91A27C-CF32-4B13-8A73-DC30D13AD8D1}" type="presOf" srcId="{117C4804-58B7-41B3-81A1-A0091B18BE1A}" destId="{69AB2ED8-98A0-4000-AC43-A05B5C5B1A21}" srcOrd="0" destOrd="0" presId="urn:microsoft.com/office/officeart/2008/layout/LinedList"/>
    <dgm:cxn modelId="{F9712A8A-785D-4144-A6D1-4D54A6493387}" type="presOf" srcId="{476332F0-836F-450F-B6DD-249A436B898C}" destId="{684C5CE4-4303-4E94-BC0A-C40F75F098B4}" srcOrd="0" destOrd="0" presId="urn:microsoft.com/office/officeart/2008/layout/LinedList"/>
    <dgm:cxn modelId="{8CCB1D92-B2BE-4F19-BE44-658E098FADC9}" srcId="{125EE406-841E-4C5F-A8B9-B2E354C976EA}" destId="{766DA78D-B015-4692-A12C-ECB4246D890F}" srcOrd="0" destOrd="0" parTransId="{2A4C4014-5E46-4B05-97C8-B8B17E37F02B}" sibTransId="{611FA70A-2751-43C1-BB94-9F795050A160}"/>
    <dgm:cxn modelId="{5EC4AC99-E835-4213-B433-C7795068330A}" type="presOf" srcId="{CCB45715-31B9-4E1C-AF9D-F7268FE8C5DD}" destId="{FF422EF2-9665-4892-BDDD-97A6B0619DA3}" srcOrd="0" destOrd="0" presId="urn:microsoft.com/office/officeart/2008/layout/LinedList"/>
    <dgm:cxn modelId="{7419ADA6-7B84-4072-9FD3-65D5915A2C7B}" type="presOf" srcId="{07A302B8-4A59-49CA-AC94-495134E3C83C}" destId="{A08BDF6A-89B5-4C07-A846-7E5EB55B0BC4}" srcOrd="0" destOrd="0" presId="urn:microsoft.com/office/officeart/2008/layout/LinedList"/>
    <dgm:cxn modelId="{553F97AA-0446-42DF-9661-E3C71071399C}" srcId="{125EE406-841E-4C5F-A8B9-B2E354C976EA}" destId="{B5D9C8D4-38E7-4D0C-A1D8-897A0F7D0D40}" srcOrd="3" destOrd="0" parTransId="{505321E3-316D-4AFC-9092-7D2A92B0F611}" sibTransId="{4B3A1C7D-CA69-4F03-B568-C32340874F81}"/>
    <dgm:cxn modelId="{AEB107B6-9401-4125-87E5-4B524EE6DEE3}" srcId="{125EE406-841E-4C5F-A8B9-B2E354C976EA}" destId="{E1034E9D-4723-4D17-A9F8-4999C1F53D38}" srcOrd="7" destOrd="0" parTransId="{D56C93AF-9FBD-4197-9168-37849194C8B0}" sibTransId="{9CD42E81-A7DF-4DA9-A27C-55FE761371CC}"/>
    <dgm:cxn modelId="{BF8483C8-BA8F-4842-BC10-C70E96EB2F38}" srcId="{125EE406-841E-4C5F-A8B9-B2E354C976EA}" destId="{CCB45715-31B9-4E1C-AF9D-F7268FE8C5DD}" srcOrd="1" destOrd="0" parTransId="{32593126-B448-49E0-952C-524556422E7F}" sibTransId="{0263EAB2-D94F-476E-895C-ABB4696D9C75}"/>
    <dgm:cxn modelId="{9BA03ACC-3EDA-4C4E-932F-EFF31F066A1A}" type="presOf" srcId="{B5D9C8D4-38E7-4D0C-A1D8-897A0F7D0D40}" destId="{9D89AADF-988D-4752-9FC4-5679920E19C2}" srcOrd="0" destOrd="0" presId="urn:microsoft.com/office/officeart/2008/layout/LinedList"/>
    <dgm:cxn modelId="{C1E8D7CC-7615-4E2B-B889-804F0E0E1978}" type="presOf" srcId="{E1034E9D-4723-4D17-A9F8-4999C1F53D38}" destId="{A5A760F8-AC93-44C2-88DB-6DF48FAD66A3}" srcOrd="0" destOrd="0" presId="urn:microsoft.com/office/officeart/2008/layout/LinedList"/>
    <dgm:cxn modelId="{F41255CD-1D10-4F1B-8734-61A658104416}" srcId="{125EE406-841E-4C5F-A8B9-B2E354C976EA}" destId="{FFD0EAEC-8B2E-4D4B-B20D-C82079007C88}" srcOrd="8" destOrd="0" parTransId="{320D57AE-6628-48DB-9FE1-83B704BA7993}" sibTransId="{2AB28E53-0007-4C6B-A767-17EFFC21DC87}"/>
    <dgm:cxn modelId="{03EDDAD3-AEAD-4C2F-9EE9-4AB8D8797F53}" srcId="{125EE406-841E-4C5F-A8B9-B2E354C976EA}" destId="{07A302B8-4A59-49CA-AC94-495134E3C83C}" srcOrd="4" destOrd="0" parTransId="{6014333C-A757-4A80-9818-3BAE57266516}" sibTransId="{61991103-7611-400C-99C2-F87D7B2FBB42}"/>
    <dgm:cxn modelId="{293BBBD6-D5B0-44D5-8E35-DF3FAC733262}" type="presParOf" srcId="{4A20EBB8-D9D4-4A81-A9D6-48743BB01C34}" destId="{6ED5B67B-AB95-42F4-AF06-75E09AF26024}" srcOrd="0" destOrd="0" presId="urn:microsoft.com/office/officeart/2008/layout/LinedList"/>
    <dgm:cxn modelId="{69479C50-F45D-4F2E-AA68-DE267CE83CE8}" type="presParOf" srcId="{4A20EBB8-D9D4-4A81-A9D6-48743BB01C34}" destId="{EACF56E0-4172-49E9-9191-8AA36A5D8138}" srcOrd="1" destOrd="0" presId="urn:microsoft.com/office/officeart/2008/layout/LinedList"/>
    <dgm:cxn modelId="{DCD961BE-AA80-4D21-B017-666C4981A2FC}" type="presParOf" srcId="{EACF56E0-4172-49E9-9191-8AA36A5D8138}" destId="{9899199D-A53B-4D71-817E-DB42B61F1831}" srcOrd="0" destOrd="0" presId="urn:microsoft.com/office/officeart/2008/layout/LinedList"/>
    <dgm:cxn modelId="{334B8B30-23D1-48CE-AC53-06CD82BE16F8}" type="presParOf" srcId="{EACF56E0-4172-49E9-9191-8AA36A5D8138}" destId="{DF38427B-E3CD-49E0-AEAB-0DCFAEB7263F}" srcOrd="1" destOrd="0" presId="urn:microsoft.com/office/officeart/2008/layout/LinedList"/>
    <dgm:cxn modelId="{A01BEE60-2143-4B14-B899-F4C706A4880A}" type="presParOf" srcId="{4A20EBB8-D9D4-4A81-A9D6-48743BB01C34}" destId="{42426F89-C8E2-4890-B1A3-C661528D9CEA}" srcOrd="2" destOrd="0" presId="urn:microsoft.com/office/officeart/2008/layout/LinedList"/>
    <dgm:cxn modelId="{98498EB3-0497-4D4D-A5BA-345EF861D4F5}" type="presParOf" srcId="{4A20EBB8-D9D4-4A81-A9D6-48743BB01C34}" destId="{EDE1D4E6-32B5-40C9-81EC-EE81E4AB768D}" srcOrd="3" destOrd="0" presId="urn:microsoft.com/office/officeart/2008/layout/LinedList"/>
    <dgm:cxn modelId="{5E05D730-9439-4EFB-8054-F4969F801E10}" type="presParOf" srcId="{EDE1D4E6-32B5-40C9-81EC-EE81E4AB768D}" destId="{FF422EF2-9665-4892-BDDD-97A6B0619DA3}" srcOrd="0" destOrd="0" presId="urn:microsoft.com/office/officeart/2008/layout/LinedList"/>
    <dgm:cxn modelId="{F3F8AD3C-D9B8-4BF5-B73F-59B0AF5C1223}" type="presParOf" srcId="{EDE1D4E6-32B5-40C9-81EC-EE81E4AB768D}" destId="{6ED7C70C-BE8E-4FEC-8C9A-240D3E468171}" srcOrd="1" destOrd="0" presId="urn:microsoft.com/office/officeart/2008/layout/LinedList"/>
    <dgm:cxn modelId="{CFFB0FB0-78F4-405D-883C-0C372DC952EB}" type="presParOf" srcId="{4A20EBB8-D9D4-4A81-A9D6-48743BB01C34}" destId="{D1FFFE75-8D44-40C6-B44F-DFA6B8DA2F32}" srcOrd="4" destOrd="0" presId="urn:microsoft.com/office/officeart/2008/layout/LinedList"/>
    <dgm:cxn modelId="{FE29A19A-B6F0-469E-A07A-0F8F9504EB45}" type="presParOf" srcId="{4A20EBB8-D9D4-4A81-A9D6-48743BB01C34}" destId="{67E6D1FD-9506-478B-B203-7171A1AAAE75}" srcOrd="5" destOrd="0" presId="urn:microsoft.com/office/officeart/2008/layout/LinedList"/>
    <dgm:cxn modelId="{71A8CCC3-B8F3-477E-96D7-553238766E45}" type="presParOf" srcId="{67E6D1FD-9506-478B-B203-7171A1AAAE75}" destId="{E18761FC-B92B-4111-95C6-34CECDD15EB6}" srcOrd="0" destOrd="0" presId="urn:microsoft.com/office/officeart/2008/layout/LinedList"/>
    <dgm:cxn modelId="{1BFB5030-F462-48B3-92F3-B8EAE49BBA23}" type="presParOf" srcId="{67E6D1FD-9506-478B-B203-7171A1AAAE75}" destId="{E452C3EE-967F-4A2A-AD4A-B6C3C429D78F}" srcOrd="1" destOrd="0" presId="urn:microsoft.com/office/officeart/2008/layout/LinedList"/>
    <dgm:cxn modelId="{4F58FAFB-251C-4662-A40C-032A68633229}" type="presParOf" srcId="{4A20EBB8-D9D4-4A81-A9D6-48743BB01C34}" destId="{54889E9A-8C91-47D4-B142-69FB8DC94A2E}" srcOrd="6" destOrd="0" presId="urn:microsoft.com/office/officeart/2008/layout/LinedList"/>
    <dgm:cxn modelId="{127049B7-F2B4-4220-BB22-A9C955CAF289}" type="presParOf" srcId="{4A20EBB8-D9D4-4A81-A9D6-48743BB01C34}" destId="{73A4C15D-B46F-4224-B473-E72EDA5AAF50}" srcOrd="7" destOrd="0" presId="urn:microsoft.com/office/officeart/2008/layout/LinedList"/>
    <dgm:cxn modelId="{59B15895-2878-4A1F-B3C2-E01C565E816E}" type="presParOf" srcId="{73A4C15D-B46F-4224-B473-E72EDA5AAF50}" destId="{9D89AADF-988D-4752-9FC4-5679920E19C2}" srcOrd="0" destOrd="0" presId="urn:microsoft.com/office/officeart/2008/layout/LinedList"/>
    <dgm:cxn modelId="{629771E3-F0CB-4E97-990A-8ED1ABE44C4F}" type="presParOf" srcId="{73A4C15D-B46F-4224-B473-E72EDA5AAF50}" destId="{D2319DA8-AC9A-4D29-87CD-882EBCB9A624}" srcOrd="1" destOrd="0" presId="urn:microsoft.com/office/officeart/2008/layout/LinedList"/>
    <dgm:cxn modelId="{E28A34E3-8114-4CCA-BA80-9463A0F4BA13}" type="presParOf" srcId="{4A20EBB8-D9D4-4A81-A9D6-48743BB01C34}" destId="{9CC9CC2B-B68A-4C5E-BAE6-84E801203F47}" srcOrd="8" destOrd="0" presId="urn:microsoft.com/office/officeart/2008/layout/LinedList"/>
    <dgm:cxn modelId="{8FF920DB-666E-428E-A33D-E9D726449E0A}" type="presParOf" srcId="{4A20EBB8-D9D4-4A81-A9D6-48743BB01C34}" destId="{03C9FCA7-D166-4DD4-8E9E-71F999A5F06F}" srcOrd="9" destOrd="0" presId="urn:microsoft.com/office/officeart/2008/layout/LinedList"/>
    <dgm:cxn modelId="{EBDFB0C0-2A9E-4213-8D5E-0C525E7803CB}" type="presParOf" srcId="{03C9FCA7-D166-4DD4-8E9E-71F999A5F06F}" destId="{A08BDF6A-89B5-4C07-A846-7E5EB55B0BC4}" srcOrd="0" destOrd="0" presId="urn:microsoft.com/office/officeart/2008/layout/LinedList"/>
    <dgm:cxn modelId="{963A1737-B344-4129-83FC-12B88F15194C}" type="presParOf" srcId="{03C9FCA7-D166-4DD4-8E9E-71F999A5F06F}" destId="{DFB8205B-40F6-451E-9390-01EBABAAA4BE}" srcOrd="1" destOrd="0" presId="urn:microsoft.com/office/officeart/2008/layout/LinedList"/>
    <dgm:cxn modelId="{576F9344-97D3-4D8C-AC8E-B53FC0D1754F}" type="presParOf" srcId="{4A20EBB8-D9D4-4A81-A9D6-48743BB01C34}" destId="{69403852-9B60-4B86-ADFB-C32ED218CB1F}" srcOrd="10" destOrd="0" presId="urn:microsoft.com/office/officeart/2008/layout/LinedList"/>
    <dgm:cxn modelId="{B139E81D-D51E-471E-8778-4C0EF1168E1B}" type="presParOf" srcId="{4A20EBB8-D9D4-4A81-A9D6-48743BB01C34}" destId="{7B69E899-1CD5-4133-89AF-E68DFD5E3375}" srcOrd="11" destOrd="0" presId="urn:microsoft.com/office/officeart/2008/layout/LinedList"/>
    <dgm:cxn modelId="{208E28FB-3BE8-4ABE-85F6-143013AF1E6D}" type="presParOf" srcId="{7B69E899-1CD5-4133-89AF-E68DFD5E3375}" destId="{7A029793-408E-4DF1-9A3D-170633FA5BCB}" srcOrd="0" destOrd="0" presId="urn:microsoft.com/office/officeart/2008/layout/LinedList"/>
    <dgm:cxn modelId="{2E9E5A69-B9F9-4026-87E9-722FF8448641}" type="presParOf" srcId="{7B69E899-1CD5-4133-89AF-E68DFD5E3375}" destId="{BAA499E5-DD53-416E-9529-45950B82278A}" srcOrd="1" destOrd="0" presId="urn:microsoft.com/office/officeart/2008/layout/LinedList"/>
    <dgm:cxn modelId="{7CBCAEF9-4C14-4BF4-894E-F25F961888FF}" type="presParOf" srcId="{4A20EBB8-D9D4-4A81-A9D6-48743BB01C34}" destId="{0FE52849-762C-41E5-B31F-CCE33AE2BD40}" srcOrd="12" destOrd="0" presId="urn:microsoft.com/office/officeart/2008/layout/LinedList"/>
    <dgm:cxn modelId="{390800B2-F374-45F3-A705-7E14E366BF63}" type="presParOf" srcId="{4A20EBB8-D9D4-4A81-A9D6-48743BB01C34}" destId="{38402300-8615-4004-921E-D7A2EB6B945F}" srcOrd="13" destOrd="0" presId="urn:microsoft.com/office/officeart/2008/layout/LinedList"/>
    <dgm:cxn modelId="{55EC54DE-D46A-4CC4-8BA5-CFF98D1AA081}" type="presParOf" srcId="{38402300-8615-4004-921E-D7A2EB6B945F}" destId="{69AB2ED8-98A0-4000-AC43-A05B5C5B1A21}" srcOrd="0" destOrd="0" presId="urn:microsoft.com/office/officeart/2008/layout/LinedList"/>
    <dgm:cxn modelId="{18599E94-D661-45F7-B088-4643384D17AB}" type="presParOf" srcId="{38402300-8615-4004-921E-D7A2EB6B945F}" destId="{4B55A279-3793-4799-B83E-417DDA56C0D5}" srcOrd="1" destOrd="0" presId="urn:microsoft.com/office/officeart/2008/layout/LinedList"/>
    <dgm:cxn modelId="{8782B1B9-ABED-4FFA-8D1F-DA2979B26810}" type="presParOf" srcId="{4A20EBB8-D9D4-4A81-A9D6-48743BB01C34}" destId="{62CBA893-732A-40F8-8C54-D84141941F41}" srcOrd="14" destOrd="0" presId="urn:microsoft.com/office/officeart/2008/layout/LinedList"/>
    <dgm:cxn modelId="{09B767AB-4EB5-4214-8B69-B42FC3130111}" type="presParOf" srcId="{4A20EBB8-D9D4-4A81-A9D6-48743BB01C34}" destId="{46802A1E-1557-4D5A-827B-165CB40482D8}" srcOrd="15" destOrd="0" presId="urn:microsoft.com/office/officeart/2008/layout/LinedList"/>
    <dgm:cxn modelId="{70D5CD25-39C6-4353-BE4D-3C3E4B9C4106}" type="presParOf" srcId="{46802A1E-1557-4D5A-827B-165CB40482D8}" destId="{A5A760F8-AC93-44C2-88DB-6DF48FAD66A3}" srcOrd="0" destOrd="0" presId="urn:microsoft.com/office/officeart/2008/layout/LinedList"/>
    <dgm:cxn modelId="{738ADF48-5387-4F5B-9BDF-7AA812DCD1D3}" type="presParOf" srcId="{46802A1E-1557-4D5A-827B-165CB40482D8}" destId="{9B63BAEA-597B-4A7B-B646-17DE371D9992}" srcOrd="1" destOrd="0" presId="urn:microsoft.com/office/officeart/2008/layout/LinedList"/>
    <dgm:cxn modelId="{C1158945-2A5B-494F-9CEE-9E2DBB31CFF0}" type="presParOf" srcId="{4A20EBB8-D9D4-4A81-A9D6-48743BB01C34}" destId="{59EE049D-D491-4AD1-90EA-F3C15FD228AC}" srcOrd="16" destOrd="0" presId="urn:microsoft.com/office/officeart/2008/layout/LinedList"/>
    <dgm:cxn modelId="{15890FA3-7699-485B-AC52-53F49A7C7D3E}" type="presParOf" srcId="{4A20EBB8-D9D4-4A81-A9D6-48743BB01C34}" destId="{5DE31004-2895-4CB5-AD26-48629C14FC8B}" srcOrd="17" destOrd="0" presId="urn:microsoft.com/office/officeart/2008/layout/LinedList"/>
    <dgm:cxn modelId="{874F352D-4EB9-4227-AE27-F91CF231AFA4}" type="presParOf" srcId="{5DE31004-2895-4CB5-AD26-48629C14FC8B}" destId="{1CAD955A-8CDB-4224-B703-7597A6F4B7B9}" srcOrd="0" destOrd="0" presId="urn:microsoft.com/office/officeart/2008/layout/LinedList"/>
    <dgm:cxn modelId="{82FE8325-4D39-49F8-B7EA-76DFB8B5DE3B}" type="presParOf" srcId="{5DE31004-2895-4CB5-AD26-48629C14FC8B}" destId="{FD2AC5ED-4271-4638-B891-6B123149DE68}" srcOrd="1" destOrd="0" presId="urn:microsoft.com/office/officeart/2008/layout/LinedList"/>
    <dgm:cxn modelId="{D1F3021C-F49D-4727-992E-99C3AEEA548E}" type="presParOf" srcId="{4A20EBB8-D9D4-4A81-A9D6-48743BB01C34}" destId="{773BB9D0-E687-4A62-B3DC-C6ADC71399BC}" srcOrd="18" destOrd="0" presId="urn:microsoft.com/office/officeart/2008/layout/LinedList"/>
    <dgm:cxn modelId="{D3378D76-48D2-4916-A245-7064922BDEEA}" type="presParOf" srcId="{4A20EBB8-D9D4-4A81-A9D6-48743BB01C34}" destId="{2AE7C851-BBF0-4F63-87C6-3FB6B1BD2F6B}" srcOrd="19" destOrd="0" presId="urn:microsoft.com/office/officeart/2008/layout/LinedList"/>
    <dgm:cxn modelId="{859F4BD7-55E9-42CB-9C70-2CFC1E890EC9}" type="presParOf" srcId="{2AE7C851-BBF0-4F63-87C6-3FB6B1BD2F6B}" destId="{684C5CE4-4303-4E94-BC0A-C40F75F098B4}" srcOrd="0" destOrd="0" presId="urn:microsoft.com/office/officeart/2008/layout/LinedList"/>
    <dgm:cxn modelId="{5A0600C9-E023-444C-9B4A-AD47F63FDFF1}" type="presParOf" srcId="{2AE7C851-BBF0-4F63-87C6-3FB6B1BD2F6B}" destId="{BCD4A432-61F3-4297-8D21-9DB8FBB90A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7E3A2F-F364-4A22-B9A9-25924841AA1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DDB7E42-6F89-4BB5-AC6B-71AEE839F2C3}">
      <dgm:prSet/>
      <dgm:spPr/>
      <dgm:t>
        <a:bodyPr/>
        <a:lstStyle/>
        <a:p>
          <a:r>
            <a:rPr lang="en-US"/>
            <a:t>• Create folder</a:t>
          </a:r>
        </a:p>
      </dgm:t>
    </dgm:pt>
    <dgm:pt modelId="{6C4BEFDF-1D58-44F1-B11D-4D5C16F16176}" type="parTrans" cxnId="{89EA77AE-1F89-4C20-8AD3-326BFAD2BE6A}">
      <dgm:prSet/>
      <dgm:spPr/>
      <dgm:t>
        <a:bodyPr/>
        <a:lstStyle/>
        <a:p>
          <a:endParaRPr lang="en-US"/>
        </a:p>
      </dgm:t>
    </dgm:pt>
    <dgm:pt modelId="{EE1DF16B-237D-447E-9383-C470B1E18889}" type="sibTrans" cxnId="{89EA77AE-1F89-4C20-8AD3-326BFAD2BE6A}">
      <dgm:prSet/>
      <dgm:spPr/>
      <dgm:t>
        <a:bodyPr/>
        <a:lstStyle/>
        <a:p>
          <a:endParaRPr lang="en-US"/>
        </a:p>
      </dgm:t>
    </dgm:pt>
    <dgm:pt modelId="{555FBDA3-A832-4DD6-99E1-6DFEE1973A81}">
      <dgm:prSet/>
      <dgm:spPr/>
      <dgm:t>
        <a:bodyPr/>
        <a:lstStyle/>
        <a:p>
          <a:r>
            <a:rPr lang="en-US"/>
            <a:t>• Add sample Excel</a:t>
          </a:r>
        </a:p>
      </dgm:t>
    </dgm:pt>
    <dgm:pt modelId="{B9420CA8-9939-4F70-BB30-AFA1DC1996F5}" type="parTrans" cxnId="{3E36007F-6460-47DA-8320-A7F2166152F3}">
      <dgm:prSet/>
      <dgm:spPr/>
      <dgm:t>
        <a:bodyPr/>
        <a:lstStyle/>
        <a:p>
          <a:endParaRPr lang="en-US"/>
        </a:p>
      </dgm:t>
    </dgm:pt>
    <dgm:pt modelId="{C8FAF185-1BFA-419D-AB41-D0E2295AF5FE}" type="sibTrans" cxnId="{3E36007F-6460-47DA-8320-A7F2166152F3}">
      <dgm:prSet/>
      <dgm:spPr/>
      <dgm:t>
        <a:bodyPr/>
        <a:lstStyle/>
        <a:p>
          <a:endParaRPr lang="en-US"/>
        </a:p>
      </dgm:t>
    </dgm:pt>
    <dgm:pt modelId="{3FC316A6-0BB4-49B1-9DDC-8E4561D769B8}">
      <dgm:prSet/>
      <dgm:spPr/>
      <dgm:t>
        <a:bodyPr/>
        <a:lstStyle/>
        <a:p>
          <a:r>
            <a:rPr lang="en-US"/>
            <a:t>• Open in VS Code</a:t>
          </a:r>
        </a:p>
      </dgm:t>
    </dgm:pt>
    <dgm:pt modelId="{60269FBE-8454-4E19-9F25-6E75D40FB469}" type="parTrans" cxnId="{CF7A24C6-89C4-4140-B5C1-2FFD4BEAF9FA}">
      <dgm:prSet/>
      <dgm:spPr/>
      <dgm:t>
        <a:bodyPr/>
        <a:lstStyle/>
        <a:p>
          <a:endParaRPr lang="en-US"/>
        </a:p>
      </dgm:t>
    </dgm:pt>
    <dgm:pt modelId="{1670C503-4312-49F8-878B-BDD5ACC2595B}" type="sibTrans" cxnId="{CF7A24C6-89C4-4140-B5C1-2FFD4BEAF9FA}">
      <dgm:prSet/>
      <dgm:spPr/>
      <dgm:t>
        <a:bodyPr/>
        <a:lstStyle/>
        <a:p>
          <a:endParaRPr lang="en-US"/>
        </a:p>
      </dgm:t>
    </dgm:pt>
    <dgm:pt modelId="{60F19AF3-6F78-4A56-90DA-003CCCF336D4}" type="pres">
      <dgm:prSet presAssocID="{927E3A2F-F364-4A22-B9A9-25924841AA16}" presName="root" presStyleCnt="0">
        <dgm:presLayoutVars>
          <dgm:dir/>
          <dgm:resizeHandles val="exact"/>
        </dgm:presLayoutVars>
      </dgm:prSet>
      <dgm:spPr/>
    </dgm:pt>
    <dgm:pt modelId="{AAD6453D-CCCB-4A80-B1C1-D4282B559433}" type="pres">
      <dgm:prSet presAssocID="{CDDB7E42-6F89-4BB5-AC6B-71AEE839F2C3}" presName="compNode" presStyleCnt="0"/>
      <dgm:spPr/>
    </dgm:pt>
    <dgm:pt modelId="{DFADD2FC-8B96-4EBD-A5BD-9FCD6BF43410}" type="pres">
      <dgm:prSet presAssocID="{CDDB7E42-6F89-4BB5-AC6B-71AEE839F2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648A78E-28D0-409D-99C1-EB545C2869BA}" type="pres">
      <dgm:prSet presAssocID="{CDDB7E42-6F89-4BB5-AC6B-71AEE839F2C3}" presName="spaceRect" presStyleCnt="0"/>
      <dgm:spPr/>
    </dgm:pt>
    <dgm:pt modelId="{8EB558EF-999A-4557-AC2A-F2801CE97A31}" type="pres">
      <dgm:prSet presAssocID="{CDDB7E42-6F89-4BB5-AC6B-71AEE839F2C3}" presName="textRect" presStyleLbl="revTx" presStyleIdx="0" presStyleCnt="3">
        <dgm:presLayoutVars>
          <dgm:chMax val="1"/>
          <dgm:chPref val="1"/>
        </dgm:presLayoutVars>
      </dgm:prSet>
      <dgm:spPr/>
    </dgm:pt>
    <dgm:pt modelId="{A00BD718-4447-4E6C-A0A4-7CADD83297BA}" type="pres">
      <dgm:prSet presAssocID="{EE1DF16B-237D-447E-9383-C470B1E18889}" presName="sibTrans" presStyleCnt="0"/>
      <dgm:spPr/>
    </dgm:pt>
    <dgm:pt modelId="{3E3DA92F-B835-44BD-B2CC-B2743C25A095}" type="pres">
      <dgm:prSet presAssocID="{555FBDA3-A832-4DD6-99E1-6DFEE1973A81}" presName="compNode" presStyleCnt="0"/>
      <dgm:spPr/>
    </dgm:pt>
    <dgm:pt modelId="{F48234E6-C55F-43BA-8E81-714A0E896CFB}" type="pres">
      <dgm:prSet presAssocID="{555FBDA3-A832-4DD6-99E1-6DFEE1973A8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77CD0B89-B7CF-4A52-9623-001924664DBF}" type="pres">
      <dgm:prSet presAssocID="{555FBDA3-A832-4DD6-99E1-6DFEE1973A81}" presName="spaceRect" presStyleCnt="0"/>
      <dgm:spPr/>
    </dgm:pt>
    <dgm:pt modelId="{2B939492-905E-4518-BBCB-D09A9D15FDD9}" type="pres">
      <dgm:prSet presAssocID="{555FBDA3-A832-4DD6-99E1-6DFEE1973A81}" presName="textRect" presStyleLbl="revTx" presStyleIdx="1" presStyleCnt="3">
        <dgm:presLayoutVars>
          <dgm:chMax val="1"/>
          <dgm:chPref val="1"/>
        </dgm:presLayoutVars>
      </dgm:prSet>
      <dgm:spPr/>
    </dgm:pt>
    <dgm:pt modelId="{6ED27AD0-C4D4-448C-9A61-75BBBD1FA553}" type="pres">
      <dgm:prSet presAssocID="{C8FAF185-1BFA-419D-AB41-D0E2295AF5FE}" presName="sibTrans" presStyleCnt="0"/>
      <dgm:spPr/>
    </dgm:pt>
    <dgm:pt modelId="{60F97581-4437-40B3-B269-153241403990}" type="pres">
      <dgm:prSet presAssocID="{3FC316A6-0BB4-49B1-9DDC-8E4561D769B8}" presName="compNode" presStyleCnt="0"/>
      <dgm:spPr/>
    </dgm:pt>
    <dgm:pt modelId="{AC75F9E8-8E73-48F6-BE07-2CC75B38BB92}" type="pres">
      <dgm:prSet presAssocID="{3FC316A6-0BB4-49B1-9DDC-8E4561D769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7E7495A-8977-46CE-BBD0-116965D1318F}" type="pres">
      <dgm:prSet presAssocID="{3FC316A6-0BB4-49B1-9DDC-8E4561D769B8}" presName="spaceRect" presStyleCnt="0"/>
      <dgm:spPr/>
    </dgm:pt>
    <dgm:pt modelId="{C9CE016D-CF0B-4E39-9AE6-20C011BF59F0}" type="pres">
      <dgm:prSet presAssocID="{3FC316A6-0BB4-49B1-9DDC-8E4561D769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E63612-7031-4168-B9BE-7BEF2B4D8C4F}" type="presOf" srcId="{CDDB7E42-6F89-4BB5-AC6B-71AEE839F2C3}" destId="{8EB558EF-999A-4557-AC2A-F2801CE97A31}" srcOrd="0" destOrd="0" presId="urn:microsoft.com/office/officeart/2018/2/layout/IconLabelList"/>
    <dgm:cxn modelId="{A99F6D41-6D2C-4E09-978C-31C85ACCA9F8}" type="presOf" srcId="{927E3A2F-F364-4A22-B9A9-25924841AA16}" destId="{60F19AF3-6F78-4A56-90DA-003CCCF336D4}" srcOrd="0" destOrd="0" presId="urn:microsoft.com/office/officeart/2018/2/layout/IconLabelList"/>
    <dgm:cxn modelId="{B470A452-FEE7-4235-ABD6-5CA19C0B2602}" type="presOf" srcId="{3FC316A6-0BB4-49B1-9DDC-8E4561D769B8}" destId="{C9CE016D-CF0B-4E39-9AE6-20C011BF59F0}" srcOrd="0" destOrd="0" presId="urn:microsoft.com/office/officeart/2018/2/layout/IconLabelList"/>
    <dgm:cxn modelId="{3E36007F-6460-47DA-8320-A7F2166152F3}" srcId="{927E3A2F-F364-4A22-B9A9-25924841AA16}" destId="{555FBDA3-A832-4DD6-99E1-6DFEE1973A81}" srcOrd="1" destOrd="0" parTransId="{B9420CA8-9939-4F70-BB30-AFA1DC1996F5}" sibTransId="{C8FAF185-1BFA-419D-AB41-D0E2295AF5FE}"/>
    <dgm:cxn modelId="{89EA77AE-1F89-4C20-8AD3-326BFAD2BE6A}" srcId="{927E3A2F-F364-4A22-B9A9-25924841AA16}" destId="{CDDB7E42-6F89-4BB5-AC6B-71AEE839F2C3}" srcOrd="0" destOrd="0" parTransId="{6C4BEFDF-1D58-44F1-B11D-4D5C16F16176}" sibTransId="{EE1DF16B-237D-447E-9383-C470B1E18889}"/>
    <dgm:cxn modelId="{CF7A24C6-89C4-4140-B5C1-2FFD4BEAF9FA}" srcId="{927E3A2F-F364-4A22-B9A9-25924841AA16}" destId="{3FC316A6-0BB4-49B1-9DDC-8E4561D769B8}" srcOrd="2" destOrd="0" parTransId="{60269FBE-8454-4E19-9F25-6E75D40FB469}" sibTransId="{1670C503-4312-49F8-878B-BDD5ACC2595B}"/>
    <dgm:cxn modelId="{9032DAED-8353-4B64-83F3-95B6915676AA}" type="presOf" srcId="{555FBDA3-A832-4DD6-99E1-6DFEE1973A81}" destId="{2B939492-905E-4518-BBCB-D09A9D15FDD9}" srcOrd="0" destOrd="0" presId="urn:microsoft.com/office/officeart/2018/2/layout/IconLabelList"/>
    <dgm:cxn modelId="{BDF19105-1329-40C7-A9FA-65298645160E}" type="presParOf" srcId="{60F19AF3-6F78-4A56-90DA-003CCCF336D4}" destId="{AAD6453D-CCCB-4A80-B1C1-D4282B559433}" srcOrd="0" destOrd="0" presId="urn:microsoft.com/office/officeart/2018/2/layout/IconLabelList"/>
    <dgm:cxn modelId="{BD48E17B-83FF-484D-9A17-D9C3FCEFB91C}" type="presParOf" srcId="{AAD6453D-CCCB-4A80-B1C1-D4282B559433}" destId="{DFADD2FC-8B96-4EBD-A5BD-9FCD6BF43410}" srcOrd="0" destOrd="0" presId="urn:microsoft.com/office/officeart/2018/2/layout/IconLabelList"/>
    <dgm:cxn modelId="{690E7E4E-F4A4-4091-89E0-57C0E73FF35C}" type="presParOf" srcId="{AAD6453D-CCCB-4A80-B1C1-D4282B559433}" destId="{0648A78E-28D0-409D-99C1-EB545C2869BA}" srcOrd="1" destOrd="0" presId="urn:microsoft.com/office/officeart/2018/2/layout/IconLabelList"/>
    <dgm:cxn modelId="{2B122D97-3B75-4841-A219-5CB82526CC1B}" type="presParOf" srcId="{AAD6453D-CCCB-4A80-B1C1-D4282B559433}" destId="{8EB558EF-999A-4557-AC2A-F2801CE97A31}" srcOrd="2" destOrd="0" presId="urn:microsoft.com/office/officeart/2018/2/layout/IconLabelList"/>
    <dgm:cxn modelId="{3A9FB614-9469-4F66-853A-D388BE1D2D0C}" type="presParOf" srcId="{60F19AF3-6F78-4A56-90DA-003CCCF336D4}" destId="{A00BD718-4447-4E6C-A0A4-7CADD83297BA}" srcOrd="1" destOrd="0" presId="urn:microsoft.com/office/officeart/2018/2/layout/IconLabelList"/>
    <dgm:cxn modelId="{1545F77B-6CED-4BEA-AA60-E3A50DB86EE1}" type="presParOf" srcId="{60F19AF3-6F78-4A56-90DA-003CCCF336D4}" destId="{3E3DA92F-B835-44BD-B2CC-B2743C25A095}" srcOrd="2" destOrd="0" presId="urn:microsoft.com/office/officeart/2018/2/layout/IconLabelList"/>
    <dgm:cxn modelId="{FF7EC28F-9039-4A60-978B-72F886D19D1F}" type="presParOf" srcId="{3E3DA92F-B835-44BD-B2CC-B2743C25A095}" destId="{F48234E6-C55F-43BA-8E81-714A0E896CFB}" srcOrd="0" destOrd="0" presId="urn:microsoft.com/office/officeart/2018/2/layout/IconLabelList"/>
    <dgm:cxn modelId="{0A2AF4C8-2986-430F-BAE3-E010C5B6A171}" type="presParOf" srcId="{3E3DA92F-B835-44BD-B2CC-B2743C25A095}" destId="{77CD0B89-B7CF-4A52-9623-001924664DBF}" srcOrd="1" destOrd="0" presId="urn:microsoft.com/office/officeart/2018/2/layout/IconLabelList"/>
    <dgm:cxn modelId="{2A41FFD3-3A6B-4B14-8F10-D9F374667A4C}" type="presParOf" srcId="{3E3DA92F-B835-44BD-B2CC-B2743C25A095}" destId="{2B939492-905E-4518-BBCB-D09A9D15FDD9}" srcOrd="2" destOrd="0" presId="urn:microsoft.com/office/officeart/2018/2/layout/IconLabelList"/>
    <dgm:cxn modelId="{0E03DEFC-70C6-43A7-9583-773CE3AA4F7F}" type="presParOf" srcId="{60F19AF3-6F78-4A56-90DA-003CCCF336D4}" destId="{6ED27AD0-C4D4-448C-9A61-75BBBD1FA553}" srcOrd="3" destOrd="0" presId="urn:microsoft.com/office/officeart/2018/2/layout/IconLabelList"/>
    <dgm:cxn modelId="{2BFD4925-6690-41AB-AAF9-7ABCD1117E51}" type="presParOf" srcId="{60F19AF3-6F78-4A56-90DA-003CCCF336D4}" destId="{60F97581-4437-40B3-B269-153241403990}" srcOrd="4" destOrd="0" presId="urn:microsoft.com/office/officeart/2018/2/layout/IconLabelList"/>
    <dgm:cxn modelId="{CE376085-2304-457A-BF56-493A3C7B0DB9}" type="presParOf" srcId="{60F97581-4437-40B3-B269-153241403990}" destId="{AC75F9E8-8E73-48F6-BE07-2CC75B38BB92}" srcOrd="0" destOrd="0" presId="urn:microsoft.com/office/officeart/2018/2/layout/IconLabelList"/>
    <dgm:cxn modelId="{9FF00B60-98F0-49F0-9573-28C048BA840C}" type="presParOf" srcId="{60F97581-4437-40B3-B269-153241403990}" destId="{B7E7495A-8977-46CE-BBD0-116965D1318F}" srcOrd="1" destOrd="0" presId="urn:microsoft.com/office/officeart/2018/2/layout/IconLabelList"/>
    <dgm:cxn modelId="{E77439DB-C196-4934-A5A4-C913CB325B49}" type="presParOf" srcId="{60F97581-4437-40B3-B269-153241403990}" destId="{C9CE016D-CF0B-4E39-9AE6-20C011BF59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52776F-0BB5-4C09-810A-CE410EF585F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39246D7-E494-4F36-90AF-DBE4CE981A40}">
      <dgm:prSet/>
      <dgm:spPr/>
      <dgm:t>
        <a:bodyPr/>
        <a:lstStyle/>
        <a:p>
          <a:r>
            <a:rPr lang="en-US"/>
            <a:t>python -m venv venv</a:t>
          </a:r>
        </a:p>
      </dgm:t>
    </dgm:pt>
    <dgm:pt modelId="{C724AC7B-8A9E-467E-90DB-AC61E0AC5D24}" type="parTrans" cxnId="{2F68CBFC-A886-4564-8EA4-D7BAC846B998}">
      <dgm:prSet/>
      <dgm:spPr/>
      <dgm:t>
        <a:bodyPr/>
        <a:lstStyle/>
        <a:p>
          <a:endParaRPr lang="en-US"/>
        </a:p>
      </dgm:t>
    </dgm:pt>
    <dgm:pt modelId="{BF8C375C-9257-43ED-A1D1-5F09D1840CE6}" type="sibTrans" cxnId="{2F68CBFC-A886-4564-8EA4-D7BAC846B998}">
      <dgm:prSet/>
      <dgm:spPr/>
      <dgm:t>
        <a:bodyPr/>
        <a:lstStyle/>
        <a:p>
          <a:endParaRPr lang="en-US"/>
        </a:p>
      </dgm:t>
    </dgm:pt>
    <dgm:pt modelId="{6D4D0AA2-E170-4AD1-9A16-32FCF1544DFD}">
      <dgm:prSet/>
      <dgm:spPr/>
      <dgm:t>
        <a:bodyPr/>
        <a:lstStyle/>
        <a:p>
          <a:r>
            <a:rPr lang="en-US"/>
            <a:t>Activate with yourprojectroot/venv/scripts/activate.ps1</a:t>
          </a:r>
        </a:p>
      </dgm:t>
    </dgm:pt>
    <dgm:pt modelId="{BC0BA5EB-93EF-4BFC-845C-513B0B49D850}" type="parTrans" cxnId="{1A901264-517D-4934-9A90-C08200226A25}">
      <dgm:prSet/>
      <dgm:spPr/>
      <dgm:t>
        <a:bodyPr/>
        <a:lstStyle/>
        <a:p>
          <a:endParaRPr lang="en-US"/>
        </a:p>
      </dgm:t>
    </dgm:pt>
    <dgm:pt modelId="{DB045E64-199C-478B-9ABE-F06CED67B724}" type="sibTrans" cxnId="{1A901264-517D-4934-9A90-C08200226A25}">
      <dgm:prSet/>
      <dgm:spPr/>
      <dgm:t>
        <a:bodyPr/>
        <a:lstStyle/>
        <a:p>
          <a:endParaRPr lang="en-US"/>
        </a:p>
      </dgm:t>
    </dgm:pt>
    <dgm:pt modelId="{AE502278-9910-43B6-A4EC-13C3EA18398E}">
      <dgm:prSet/>
      <dgm:spPr/>
      <dgm:t>
        <a:bodyPr/>
        <a:lstStyle/>
        <a:p>
          <a:r>
            <a:rPr lang="en-US"/>
            <a:t>pip list</a:t>
          </a:r>
        </a:p>
      </dgm:t>
    </dgm:pt>
    <dgm:pt modelId="{3CAD3152-5F29-4B66-9A47-826488663569}" type="parTrans" cxnId="{EDF2AF1A-B97D-435C-98DF-3E9A11D02E4A}">
      <dgm:prSet/>
      <dgm:spPr/>
      <dgm:t>
        <a:bodyPr/>
        <a:lstStyle/>
        <a:p>
          <a:endParaRPr lang="en-US"/>
        </a:p>
      </dgm:t>
    </dgm:pt>
    <dgm:pt modelId="{C3893A4A-DD48-4856-809C-5B8AB67529A0}" type="sibTrans" cxnId="{EDF2AF1A-B97D-435C-98DF-3E9A11D02E4A}">
      <dgm:prSet/>
      <dgm:spPr/>
      <dgm:t>
        <a:bodyPr/>
        <a:lstStyle/>
        <a:p>
          <a:endParaRPr lang="en-US"/>
        </a:p>
      </dgm:t>
    </dgm:pt>
    <dgm:pt modelId="{AC58ACD7-493D-4A0C-A3F2-2B8B57D4EDBA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https://realpython.com/python-virtual-environments-a-primer/</a:t>
          </a:r>
          <a:r>
            <a:rPr lang="en-US"/>
            <a:t> - Friendly Intermediate</a:t>
          </a:r>
        </a:p>
      </dgm:t>
    </dgm:pt>
    <dgm:pt modelId="{979C67AB-6DB6-4496-8F66-74E4646D0E89}" type="parTrans" cxnId="{69936715-FCD6-4130-BA94-9AED7611C9F4}">
      <dgm:prSet/>
      <dgm:spPr/>
      <dgm:t>
        <a:bodyPr/>
        <a:lstStyle/>
        <a:p>
          <a:endParaRPr lang="en-US"/>
        </a:p>
      </dgm:t>
    </dgm:pt>
    <dgm:pt modelId="{0C59E70A-E72A-42C5-89C4-3FEC18427013}" type="sibTrans" cxnId="{69936715-FCD6-4130-BA94-9AED7611C9F4}">
      <dgm:prSet/>
      <dgm:spPr/>
      <dgm:t>
        <a:bodyPr/>
        <a:lstStyle/>
        <a:p>
          <a:endParaRPr lang="en-US"/>
        </a:p>
      </dgm:t>
    </dgm:pt>
    <dgm:pt modelId="{EBB15226-4D50-48B9-A90E-0FD187FF55BE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https://docs.python.org/3/library/venv.html</a:t>
          </a:r>
          <a:r>
            <a:rPr lang="en-US"/>
            <a:t> - Official</a:t>
          </a:r>
        </a:p>
      </dgm:t>
    </dgm:pt>
    <dgm:pt modelId="{08415684-DD3E-4F90-82B8-91A7B6753DC3}" type="parTrans" cxnId="{0ED3BABD-6298-4C3B-845F-698178F1567E}">
      <dgm:prSet/>
      <dgm:spPr/>
      <dgm:t>
        <a:bodyPr/>
        <a:lstStyle/>
        <a:p>
          <a:endParaRPr lang="en-US"/>
        </a:p>
      </dgm:t>
    </dgm:pt>
    <dgm:pt modelId="{D0D4F129-8474-488E-86C8-439A9FBA658D}" type="sibTrans" cxnId="{0ED3BABD-6298-4C3B-845F-698178F1567E}">
      <dgm:prSet/>
      <dgm:spPr/>
      <dgm:t>
        <a:bodyPr/>
        <a:lstStyle/>
        <a:p>
          <a:endParaRPr lang="en-US"/>
        </a:p>
      </dgm:t>
    </dgm:pt>
    <dgm:pt modelId="{75D9AABC-E604-4FEF-B5A8-E8160C1A479B}" type="pres">
      <dgm:prSet presAssocID="{F752776F-0BB5-4C09-810A-CE410EF585FB}" presName="root" presStyleCnt="0">
        <dgm:presLayoutVars>
          <dgm:dir/>
          <dgm:resizeHandles val="exact"/>
        </dgm:presLayoutVars>
      </dgm:prSet>
      <dgm:spPr/>
    </dgm:pt>
    <dgm:pt modelId="{2652E6C8-08AF-4D49-9C14-E97F51F5F31F}" type="pres">
      <dgm:prSet presAssocID="{F752776F-0BB5-4C09-810A-CE410EF585FB}" presName="container" presStyleCnt="0">
        <dgm:presLayoutVars>
          <dgm:dir/>
          <dgm:resizeHandles val="exact"/>
        </dgm:presLayoutVars>
      </dgm:prSet>
      <dgm:spPr/>
    </dgm:pt>
    <dgm:pt modelId="{1727ABB9-056F-4B7C-9A3D-9EDC407C7675}" type="pres">
      <dgm:prSet presAssocID="{E39246D7-E494-4F36-90AF-DBE4CE981A40}" presName="compNode" presStyleCnt="0"/>
      <dgm:spPr/>
    </dgm:pt>
    <dgm:pt modelId="{E4421FD2-B170-484C-BBF5-34890D6153FE}" type="pres">
      <dgm:prSet presAssocID="{E39246D7-E494-4F36-90AF-DBE4CE981A40}" presName="iconBgRect" presStyleLbl="bgShp" presStyleIdx="0" presStyleCnt="5"/>
      <dgm:spPr/>
    </dgm:pt>
    <dgm:pt modelId="{9FA187F2-B06B-4EEC-822E-77B565055846}" type="pres">
      <dgm:prSet presAssocID="{E39246D7-E494-4F36-90AF-DBE4CE981A40}" presName="iconRect" presStyleLbl="node1" presStyleIdx="0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9A64C1F-30CD-48DB-A3D3-1CC88FCC3365}" type="pres">
      <dgm:prSet presAssocID="{E39246D7-E494-4F36-90AF-DBE4CE981A40}" presName="spaceRect" presStyleCnt="0"/>
      <dgm:spPr/>
    </dgm:pt>
    <dgm:pt modelId="{ED441964-674E-46CA-8AFF-2EFC6D8899CA}" type="pres">
      <dgm:prSet presAssocID="{E39246D7-E494-4F36-90AF-DBE4CE981A40}" presName="textRect" presStyleLbl="revTx" presStyleIdx="0" presStyleCnt="5">
        <dgm:presLayoutVars>
          <dgm:chMax val="1"/>
          <dgm:chPref val="1"/>
        </dgm:presLayoutVars>
      </dgm:prSet>
      <dgm:spPr/>
    </dgm:pt>
    <dgm:pt modelId="{84C07EEC-2F12-4442-AB86-BCA1CBF67B76}" type="pres">
      <dgm:prSet presAssocID="{BF8C375C-9257-43ED-A1D1-5F09D1840CE6}" presName="sibTrans" presStyleLbl="sibTrans2D1" presStyleIdx="0" presStyleCnt="0"/>
      <dgm:spPr/>
    </dgm:pt>
    <dgm:pt modelId="{3247AD2F-872B-4165-BC99-67C8480002F6}" type="pres">
      <dgm:prSet presAssocID="{6D4D0AA2-E170-4AD1-9A16-32FCF1544DFD}" presName="compNode" presStyleCnt="0"/>
      <dgm:spPr/>
    </dgm:pt>
    <dgm:pt modelId="{0C8F04F1-132B-4F15-9E01-6A31E06106B2}" type="pres">
      <dgm:prSet presAssocID="{6D4D0AA2-E170-4AD1-9A16-32FCF1544DFD}" presName="iconBgRect" presStyleLbl="bgShp" presStyleIdx="1" presStyleCnt="5"/>
      <dgm:spPr/>
    </dgm:pt>
    <dgm:pt modelId="{FBD0405F-0E58-40E6-A566-14F63075182B}" type="pres">
      <dgm:prSet presAssocID="{6D4D0AA2-E170-4AD1-9A16-32FCF1544DFD}" presName="iconRect" presStyleLbl="node1" presStyleIdx="1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0CA8115-110E-4834-8825-42CD9A69ABEF}" type="pres">
      <dgm:prSet presAssocID="{6D4D0AA2-E170-4AD1-9A16-32FCF1544DFD}" presName="spaceRect" presStyleCnt="0"/>
      <dgm:spPr/>
    </dgm:pt>
    <dgm:pt modelId="{22AB9360-B85F-4D04-AB75-927E6027C395}" type="pres">
      <dgm:prSet presAssocID="{6D4D0AA2-E170-4AD1-9A16-32FCF1544DFD}" presName="textRect" presStyleLbl="revTx" presStyleIdx="1" presStyleCnt="5">
        <dgm:presLayoutVars>
          <dgm:chMax val="1"/>
          <dgm:chPref val="1"/>
        </dgm:presLayoutVars>
      </dgm:prSet>
      <dgm:spPr/>
    </dgm:pt>
    <dgm:pt modelId="{1B2B6E56-F97A-4D9E-8686-474F398C051A}" type="pres">
      <dgm:prSet presAssocID="{DB045E64-199C-478B-9ABE-F06CED67B724}" presName="sibTrans" presStyleLbl="sibTrans2D1" presStyleIdx="0" presStyleCnt="0"/>
      <dgm:spPr/>
    </dgm:pt>
    <dgm:pt modelId="{C22A5E4B-E9C2-431A-BBDA-CAE43D7B74D7}" type="pres">
      <dgm:prSet presAssocID="{AE502278-9910-43B6-A4EC-13C3EA18398E}" presName="compNode" presStyleCnt="0"/>
      <dgm:spPr/>
    </dgm:pt>
    <dgm:pt modelId="{44B88A62-B741-46A9-8594-2284E6C11A91}" type="pres">
      <dgm:prSet presAssocID="{AE502278-9910-43B6-A4EC-13C3EA18398E}" presName="iconBgRect" presStyleLbl="bgShp" presStyleIdx="2" presStyleCnt="5"/>
      <dgm:spPr/>
    </dgm:pt>
    <dgm:pt modelId="{7F648E90-3644-4562-BAAF-4A3ED0AEB195}" type="pres">
      <dgm:prSet presAssocID="{AE502278-9910-43B6-A4EC-13C3EA18398E}" presName="iconRect" presStyleLbl="node1" presStyleIdx="2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F8254F-D5C8-4DFB-8956-BEEF260C9FC8}" type="pres">
      <dgm:prSet presAssocID="{AE502278-9910-43B6-A4EC-13C3EA18398E}" presName="spaceRect" presStyleCnt="0"/>
      <dgm:spPr/>
    </dgm:pt>
    <dgm:pt modelId="{402ED033-AF9F-4747-9720-822814A5E83B}" type="pres">
      <dgm:prSet presAssocID="{AE502278-9910-43B6-A4EC-13C3EA18398E}" presName="textRect" presStyleLbl="revTx" presStyleIdx="2" presStyleCnt="5">
        <dgm:presLayoutVars>
          <dgm:chMax val="1"/>
          <dgm:chPref val="1"/>
        </dgm:presLayoutVars>
      </dgm:prSet>
      <dgm:spPr/>
    </dgm:pt>
    <dgm:pt modelId="{D186479D-1B98-4267-896B-E2741A027E4B}" type="pres">
      <dgm:prSet presAssocID="{C3893A4A-DD48-4856-809C-5B8AB67529A0}" presName="sibTrans" presStyleLbl="sibTrans2D1" presStyleIdx="0" presStyleCnt="0"/>
      <dgm:spPr/>
    </dgm:pt>
    <dgm:pt modelId="{B4063FAB-EFED-4FEB-AC47-FC9065AC1F09}" type="pres">
      <dgm:prSet presAssocID="{AC58ACD7-493D-4A0C-A3F2-2B8B57D4EDBA}" presName="compNode" presStyleCnt="0"/>
      <dgm:spPr/>
    </dgm:pt>
    <dgm:pt modelId="{C3A3FA9A-3C8C-4BC9-9354-BB0212081E10}" type="pres">
      <dgm:prSet presAssocID="{AC58ACD7-493D-4A0C-A3F2-2B8B57D4EDBA}" presName="iconBgRect" presStyleLbl="bgShp" presStyleIdx="3" presStyleCnt="5"/>
      <dgm:spPr/>
    </dgm:pt>
    <dgm:pt modelId="{50C0B746-FAE5-403E-BAFA-57B0DB27EDDB}" type="pres">
      <dgm:prSet presAssocID="{AC58ACD7-493D-4A0C-A3F2-2B8B57D4EDBA}" presName="iconRect" presStyleLbl="node1" presStyleIdx="3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m tree"/>
        </a:ext>
      </dgm:extLst>
    </dgm:pt>
    <dgm:pt modelId="{510D65CC-8DFE-4C46-B437-33180A247559}" type="pres">
      <dgm:prSet presAssocID="{AC58ACD7-493D-4A0C-A3F2-2B8B57D4EDBA}" presName="spaceRect" presStyleCnt="0"/>
      <dgm:spPr/>
    </dgm:pt>
    <dgm:pt modelId="{503D18CC-96AD-40E0-8D7C-B740D2B2A57A}" type="pres">
      <dgm:prSet presAssocID="{AC58ACD7-493D-4A0C-A3F2-2B8B57D4EDBA}" presName="textRect" presStyleLbl="revTx" presStyleIdx="3" presStyleCnt="5">
        <dgm:presLayoutVars>
          <dgm:chMax val="1"/>
          <dgm:chPref val="1"/>
        </dgm:presLayoutVars>
      </dgm:prSet>
      <dgm:spPr/>
    </dgm:pt>
    <dgm:pt modelId="{EF1349D6-22DD-4B75-AC3E-E46E96E52C2D}" type="pres">
      <dgm:prSet presAssocID="{0C59E70A-E72A-42C5-89C4-3FEC18427013}" presName="sibTrans" presStyleLbl="sibTrans2D1" presStyleIdx="0" presStyleCnt="0"/>
      <dgm:spPr/>
    </dgm:pt>
    <dgm:pt modelId="{A3AF97EC-9576-43D4-8F75-786AF56CCCF2}" type="pres">
      <dgm:prSet presAssocID="{EBB15226-4D50-48B9-A90E-0FD187FF55BE}" presName="compNode" presStyleCnt="0"/>
      <dgm:spPr/>
    </dgm:pt>
    <dgm:pt modelId="{9ABE2CCF-6D78-43D5-9587-A2CAC9DCE0FE}" type="pres">
      <dgm:prSet presAssocID="{EBB15226-4D50-48B9-A90E-0FD187FF55BE}" presName="iconBgRect" presStyleLbl="bgShp" presStyleIdx="4" presStyleCnt="5"/>
      <dgm:spPr/>
    </dgm:pt>
    <dgm:pt modelId="{DCB5A0EB-92D3-4D35-97E4-CDE4419240A3}" type="pres">
      <dgm:prSet presAssocID="{EBB15226-4D50-48B9-A90E-0FD187FF55BE}" presName="iconRect" presStyleLbl="node1" presStyleIdx="4" presStyleCnt="5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DB9EE08E-B7A8-44AB-BA6E-1CFE702BACD5}" type="pres">
      <dgm:prSet presAssocID="{EBB15226-4D50-48B9-A90E-0FD187FF55BE}" presName="spaceRect" presStyleCnt="0"/>
      <dgm:spPr/>
    </dgm:pt>
    <dgm:pt modelId="{1FE95DA4-A3F5-48AE-A39C-7FA2097C9B8E}" type="pres">
      <dgm:prSet presAssocID="{EBB15226-4D50-48B9-A90E-0FD187FF55B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9936715-FCD6-4130-BA94-9AED7611C9F4}" srcId="{F752776F-0BB5-4C09-810A-CE410EF585FB}" destId="{AC58ACD7-493D-4A0C-A3F2-2B8B57D4EDBA}" srcOrd="3" destOrd="0" parTransId="{979C67AB-6DB6-4496-8F66-74E4646D0E89}" sibTransId="{0C59E70A-E72A-42C5-89C4-3FEC18427013}"/>
    <dgm:cxn modelId="{EDF2AF1A-B97D-435C-98DF-3E9A11D02E4A}" srcId="{F752776F-0BB5-4C09-810A-CE410EF585FB}" destId="{AE502278-9910-43B6-A4EC-13C3EA18398E}" srcOrd="2" destOrd="0" parTransId="{3CAD3152-5F29-4B66-9A47-826488663569}" sibTransId="{C3893A4A-DD48-4856-809C-5B8AB67529A0}"/>
    <dgm:cxn modelId="{6FDE9F2D-C556-4A48-A9E0-8905D2F491E0}" type="presOf" srcId="{BF8C375C-9257-43ED-A1D1-5F09D1840CE6}" destId="{84C07EEC-2F12-4442-AB86-BCA1CBF67B76}" srcOrd="0" destOrd="0" presId="urn:microsoft.com/office/officeart/2018/2/layout/IconCircleList"/>
    <dgm:cxn modelId="{1A901264-517D-4934-9A90-C08200226A25}" srcId="{F752776F-0BB5-4C09-810A-CE410EF585FB}" destId="{6D4D0AA2-E170-4AD1-9A16-32FCF1544DFD}" srcOrd="1" destOrd="0" parTransId="{BC0BA5EB-93EF-4BFC-845C-513B0B49D850}" sibTransId="{DB045E64-199C-478B-9ABE-F06CED67B724}"/>
    <dgm:cxn modelId="{18E96E65-3820-47B0-BA36-F55F234F92B2}" type="presOf" srcId="{E39246D7-E494-4F36-90AF-DBE4CE981A40}" destId="{ED441964-674E-46CA-8AFF-2EFC6D8899CA}" srcOrd="0" destOrd="0" presId="urn:microsoft.com/office/officeart/2018/2/layout/IconCircleList"/>
    <dgm:cxn modelId="{E060BB73-142A-4812-8522-5359664C7D1D}" type="presOf" srcId="{C3893A4A-DD48-4856-809C-5B8AB67529A0}" destId="{D186479D-1B98-4267-896B-E2741A027E4B}" srcOrd="0" destOrd="0" presId="urn:microsoft.com/office/officeart/2018/2/layout/IconCircleList"/>
    <dgm:cxn modelId="{2B83FB73-CA3A-4A28-81EA-A77DA339DB53}" type="presOf" srcId="{6D4D0AA2-E170-4AD1-9A16-32FCF1544DFD}" destId="{22AB9360-B85F-4D04-AB75-927E6027C395}" srcOrd="0" destOrd="0" presId="urn:microsoft.com/office/officeart/2018/2/layout/IconCircleList"/>
    <dgm:cxn modelId="{1C26E284-F619-468E-A7A3-E0719D38122B}" type="presOf" srcId="{F752776F-0BB5-4C09-810A-CE410EF585FB}" destId="{75D9AABC-E604-4FEF-B5A8-E8160C1A479B}" srcOrd="0" destOrd="0" presId="urn:microsoft.com/office/officeart/2018/2/layout/IconCircleList"/>
    <dgm:cxn modelId="{28DF60A7-BB3A-4129-8843-263E54B73BCE}" type="presOf" srcId="{EBB15226-4D50-48B9-A90E-0FD187FF55BE}" destId="{1FE95DA4-A3F5-48AE-A39C-7FA2097C9B8E}" srcOrd="0" destOrd="0" presId="urn:microsoft.com/office/officeart/2018/2/layout/IconCircleList"/>
    <dgm:cxn modelId="{7B4539B4-2C09-4B00-A5DD-1BE543EEBCC5}" type="presOf" srcId="{0C59E70A-E72A-42C5-89C4-3FEC18427013}" destId="{EF1349D6-22DD-4B75-AC3E-E46E96E52C2D}" srcOrd="0" destOrd="0" presId="urn:microsoft.com/office/officeart/2018/2/layout/IconCircleList"/>
    <dgm:cxn modelId="{787D3BB4-82B4-4298-B22A-48204DCB1F59}" type="presOf" srcId="{AE502278-9910-43B6-A4EC-13C3EA18398E}" destId="{402ED033-AF9F-4747-9720-822814A5E83B}" srcOrd="0" destOrd="0" presId="urn:microsoft.com/office/officeart/2018/2/layout/IconCircleList"/>
    <dgm:cxn modelId="{91DDA5B4-4CDF-4089-AB9E-54A7226D52F8}" type="presOf" srcId="{DB045E64-199C-478B-9ABE-F06CED67B724}" destId="{1B2B6E56-F97A-4D9E-8686-474F398C051A}" srcOrd="0" destOrd="0" presId="urn:microsoft.com/office/officeart/2018/2/layout/IconCircleList"/>
    <dgm:cxn modelId="{0ED3BABD-6298-4C3B-845F-698178F1567E}" srcId="{F752776F-0BB5-4C09-810A-CE410EF585FB}" destId="{EBB15226-4D50-48B9-A90E-0FD187FF55BE}" srcOrd="4" destOrd="0" parTransId="{08415684-DD3E-4F90-82B8-91A7B6753DC3}" sibTransId="{D0D4F129-8474-488E-86C8-439A9FBA658D}"/>
    <dgm:cxn modelId="{2F68CBFC-A886-4564-8EA4-D7BAC846B998}" srcId="{F752776F-0BB5-4C09-810A-CE410EF585FB}" destId="{E39246D7-E494-4F36-90AF-DBE4CE981A40}" srcOrd="0" destOrd="0" parTransId="{C724AC7B-8A9E-467E-90DB-AC61E0AC5D24}" sibTransId="{BF8C375C-9257-43ED-A1D1-5F09D1840CE6}"/>
    <dgm:cxn modelId="{9148AAFD-FEF6-4877-8728-B6BB4DABC9BB}" type="presOf" srcId="{AC58ACD7-493D-4A0C-A3F2-2B8B57D4EDBA}" destId="{503D18CC-96AD-40E0-8D7C-B740D2B2A57A}" srcOrd="0" destOrd="0" presId="urn:microsoft.com/office/officeart/2018/2/layout/IconCircleList"/>
    <dgm:cxn modelId="{3AD2B845-7C7E-4EEC-8C6A-EB833D7947FB}" type="presParOf" srcId="{75D9AABC-E604-4FEF-B5A8-E8160C1A479B}" destId="{2652E6C8-08AF-4D49-9C14-E97F51F5F31F}" srcOrd="0" destOrd="0" presId="urn:microsoft.com/office/officeart/2018/2/layout/IconCircleList"/>
    <dgm:cxn modelId="{C4B9E7DD-A425-4D64-A50A-8A0F9F25FFDF}" type="presParOf" srcId="{2652E6C8-08AF-4D49-9C14-E97F51F5F31F}" destId="{1727ABB9-056F-4B7C-9A3D-9EDC407C7675}" srcOrd="0" destOrd="0" presId="urn:microsoft.com/office/officeart/2018/2/layout/IconCircleList"/>
    <dgm:cxn modelId="{D09F2705-05F5-407A-B40E-C9F06CE1D9EC}" type="presParOf" srcId="{1727ABB9-056F-4B7C-9A3D-9EDC407C7675}" destId="{E4421FD2-B170-484C-BBF5-34890D6153FE}" srcOrd="0" destOrd="0" presId="urn:microsoft.com/office/officeart/2018/2/layout/IconCircleList"/>
    <dgm:cxn modelId="{D7BA7F52-8E73-4B7E-BB0A-AB550906CD4D}" type="presParOf" srcId="{1727ABB9-056F-4B7C-9A3D-9EDC407C7675}" destId="{9FA187F2-B06B-4EEC-822E-77B565055846}" srcOrd="1" destOrd="0" presId="urn:microsoft.com/office/officeart/2018/2/layout/IconCircleList"/>
    <dgm:cxn modelId="{6371CC73-7E23-4A98-9775-E516FED92CF7}" type="presParOf" srcId="{1727ABB9-056F-4B7C-9A3D-9EDC407C7675}" destId="{C9A64C1F-30CD-48DB-A3D3-1CC88FCC3365}" srcOrd="2" destOrd="0" presId="urn:microsoft.com/office/officeart/2018/2/layout/IconCircleList"/>
    <dgm:cxn modelId="{13E2F766-0A4B-4163-8AEE-5A7E6C8561BB}" type="presParOf" srcId="{1727ABB9-056F-4B7C-9A3D-9EDC407C7675}" destId="{ED441964-674E-46CA-8AFF-2EFC6D8899CA}" srcOrd="3" destOrd="0" presId="urn:microsoft.com/office/officeart/2018/2/layout/IconCircleList"/>
    <dgm:cxn modelId="{321CBBD8-1159-40A3-81FE-2AA93BBAC8FF}" type="presParOf" srcId="{2652E6C8-08AF-4D49-9C14-E97F51F5F31F}" destId="{84C07EEC-2F12-4442-AB86-BCA1CBF67B76}" srcOrd="1" destOrd="0" presId="urn:microsoft.com/office/officeart/2018/2/layout/IconCircleList"/>
    <dgm:cxn modelId="{A5DAB5B6-EE6C-419A-9A19-9258FF1932BE}" type="presParOf" srcId="{2652E6C8-08AF-4D49-9C14-E97F51F5F31F}" destId="{3247AD2F-872B-4165-BC99-67C8480002F6}" srcOrd="2" destOrd="0" presId="urn:microsoft.com/office/officeart/2018/2/layout/IconCircleList"/>
    <dgm:cxn modelId="{CD7FE4DD-4C43-4020-B286-D6B9538C4E04}" type="presParOf" srcId="{3247AD2F-872B-4165-BC99-67C8480002F6}" destId="{0C8F04F1-132B-4F15-9E01-6A31E06106B2}" srcOrd="0" destOrd="0" presId="urn:microsoft.com/office/officeart/2018/2/layout/IconCircleList"/>
    <dgm:cxn modelId="{B0FD7C49-F869-4E2C-B4CF-207C0D0320BA}" type="presParOf" srcId="{3247AD2F-872B-4165-BC99-67C8480002F6}" destId="{FBD0405F-0E58-40E6-A566-14F63075182B}" srcOrd="1" destOrd="0" presId="urn:microsoft.com/office/officeart/2018/2/layout/IconCircleList"/>
    <dgm:cxn modelId="{65662B01-ACCD-464C-A348-8EA47832BE80}" type="presParOf" srcId="{3247AD2F-872B-4165-BC99-67C8480002F6}" destId="{A0CA8115-110E-4834-8825-42CD9A69ABEF}" srcOrd="2" destOrd="0" presId="urn:microsoft.com/office/officeart/2018/2/layout/IconCircleList"/>
    <dgm:cxn modelId="{0C2FC959-932F-43A6-91AB-531EEB9F8FF9}" type="presParOf" srcId="{3247AD2F-872B-4165-BC99-67C8480002F6}" destId="{22AB9360-B85F-4D04-AB75-927E6027C395}" srcOrd="3" destOrd="0" presId="urn:microsoft.com/office/officeart/2018/2/layout/IconCircleList"/>
    <dgm:cxn modelId="{1C2E4F59-358E-4A9B-8BDF-2BBC25F38578}" type="presParOf" srcId="{2652E6C8-08AF-4D49-9C14-E97F51F5F31F}" destId="{1B2B6E56-F97A-4D9E-8686-474F398C051A}" srcOrd="3" destOrd="0" presId="urn:microsoft.com/office/officeart/2018/2/layout/IconCircleList"/>
    <dgm:cxn modelId="{DCA58A80-5B35-4077-9C3C-4B864B0AB040}" type="presParOf" srcId="{2652E6C8-08AF-4D49-9C14-E97F51F5F31F}" destId="{C22A5E4B-E9C2-431A-BBDA-CAE43D7B74D7}" srcOrd="4" destOrd="0" presId="urn:microsoft.com/office/officeart/2018/2/layout/IconCircleList"/>
    <dgm:cxn modelId="{1FE7E75B-CBBF-400B-9473-3FFC51F29177}" type="presParOf" srcId="{C22A5E4B-E9C2-431A-BBDA-CAE43D7B74D7}" destId="{44B88A62-B741-46A9-8594-2284E6C11A91}" srcOrd="0" destOrd="0" presId="urn:microsoft.com/office/officeart/2018/2/layout/IconCircleList"/>
    <dgm:cxn modelId="{C873DF25-2F4D-4B37-A012-AD4AAB0B91FF}" type="presParOf" srcId="{C22A5E4B-E9C2-431A-BBDA-CAE43D7B74D7}" destId="{7F648E90-3644-4562-BAAF-4A3ED0AEB195}" srcOrd="1" destOrd="0" presId="urn:microsoft.com/office/officeart/2018/2/layout/IconCircleList"/>
    <dgm:cxn modelId="{B7352833-04C4-45D8-8AB5-DA37A2056644}" type="presParOf" srcId="{C22A5E4B-E9C2-431A-BBDA-CAE43D7B74D7}" destId="{A5F8254F-D5C8-4DFB-8956-BEEF260C9FC8}" srcOrd="2" destOrd="0" presId="urn:microsoft.com/office/officeart/2018/2/layout/IconCircleList"/>
    <dgm:cxn modelId="{6BC14E5D-7A30-4250-85DE-C0624642B671}" type="presParOf" srcId="{C22A5E4B-E9C2-431A-BBDA-CAE43D7B74D7}" destId="{402ED033-AF9F-4747-9720-822814A5E83B}" srcOrd="3" destOrd="0" presId="urn:microsoft.com/office/officeart/2018/2/layout/IconCircleList"/>
    <dgm:cxn modelId="{09CA0AB3-C742-455E-99B2-680FC16A86C7}" type="presParOf" srcId="{2652E6C8-08AF-4D49-9C14-E97F51F5F31F}" destId="{D186479D-1B98-4267-896B-E2741A027E4B}" srcOrd="5" destOrd="0" presId="urn:microsoft.com/office/officeart/2018/2/layout/IconCircleList"/>
    <dgm:cxn modelId="{4AE5C5B8-E025-4E08-9986-21667CC741CE}" type="presParOf" srcId="{2652E6C8-08AF-4D49-9C14-E97F51F5F31F}" destId="{B4063FAB-EFED-4FEB-AC47-FC9065AC1F09}" srcOrd="6" destOrd="0" presId="urn:microsoft.com/office/officeart/2018/2/layout/IconCircleList"/>
    <dgm:cxn modelId="{87BD1E2F-38FF-4EFD-BB6B-DD1F5C41BAFE}" type="presParOf" srcId="{B4063FAB-EFED-4FEB-AC47-FC9065AC1F09}" destId="{C3A3FA9A-3C8C-4BC9-9354-BB0212081E10}" srcOrd="0" destOrd="0" presId="urn:microsoft.com/office/officeart/2018/2/layout/IconCircleList"/>
    <dgm:cxn modelId="{81565358-41AC-4800-8CFC-F0FDE0226526}" type="presParOf" srcId="{B4063FAB-EFED-4FEB-AC47-FC9065AC1F09}" destId="{50C0B746-FAE5-403E-BAFA-57B0DB27EDDB}" srcOrd="1" destOrd="0" presId="urn:microsoft.com/office/officeart/2018/2/layout/IconCircleList"/>
    <dgm:cxn modelId="{7BBEBFBC-20BD-4461-9BEF-2C8415112C2C}" type="presParOf" srcId="{B4063FAB-EFED-4FEB-AC47-FC9065AC1F09}" destId="{510D65CC-8DFE-4C46-B437-33180A247559}" srcOrd="2" destOrd="0" presId="urn:microsoft.com/office/officeart/2018/2/layout/IconCircleList"/>
    <dgm:cxn modelId="{F61EA54A-6CC0-4752-9832-3B1779D5396D}" type="presParOf" srcId="{B4063FAB-EFED-4FEB-AC47-FC9065AC1F09}" destId="{503D18CC-96AD-40E0-8D7C-B740D2B2A57A}" srcOrd="3" destOrd="0" presId="urn:microsoft.com/office/officeart/2018/2/layout/IconCircleList"/>
    <dgm:cxn modelId="{F3FB09C8-A5F0-4CF3-B046-A7D46A507786}" type="presParOf" srcId="{2652E6C8-08AF-4D49-9C14-E97F51F5F31F}" destId="{EF1349D6-22DD-4B75-AC3E-E46E96E52C2D}" srcOrd="7" destOrd="0" presId="urn:microsoft.com/office/officeart/2018/2/layout/IconCircleList"/>
    <dgm:cxn modelId="{F6E4BDEC-EA17-41B2-8A87-DC1F2DAC004F}" type="presParOf" srcId="{2652E6C8-08AF-4D49-9C14-E97F51F5F31F}" destId="{A3AF97EC-9576-43D4-8F75-786AF56CCCF2}" srcOrd="8" destOrd="0" presId="urn:microsoft.com/office/officeart/2018/2/layout/IconCircleList"/>
    <dgm:cxn modelId="{002D9AEC-1A73-42EE-A77B-AED65AFAB18C}" type="presParOf" srcId="{A3AF97EC-9576-43D4-8F75-786AF56CCCF2}" destId="{9ABE2CCF-6D78-43D5-9587-A2CAC9DCE0FE}" srcOrd="0" destOrd="0" presId="urn:microsoft.com/office/officeart/2018/2/layout/IconCircleList"/>
    <dgm:cxn modelId="{46B504C3-A5A6-434B-8CBB-F202DA1CC398}" type="presParOf" srcId="{A3AF97EC-9576-43D4-8F75-786AF56CCCF2}" destId="{DCB5A0EB-92D3-4D35-97E4-CDE4419240A3}" srcOrd="1" destOrd="0" presId="urn:microsoft.com/office/officeart/2018/2/layout/IconCircleList"/>
    <dgm:cxn modelId="{D9FF62E3-8FE1-4E03-962B-E06070A35E07}" type="presParOf" srcId="{A3AF97EC-9576-43D4-8F75-786AF56CCCF2}" destId="{DB9EE08E-B7A8-44AB-BA6E-1CFE702BACD5}" srcOrd="2" destOrd="0" presId="urn:microsoft.com/office/officeart/2018/2/layout/IconCircleList"/>
    <dgm:cxn modelId="{49581461-F4B3-4639-B8F3-F687BAAD0F3F}" type="presParOf" srcId="{A3AF97EC-9576-43D4-8F75-786AF56CCCF2}" destId="{1FE95DA4-A3F5-48AE-A39C-7FA2097C9B8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F34A7B-2123-4B48-B70E-9EDF44A12A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609123-E75D-4BD1-A89D-FD4847CF6C16}">
      <dgm:prSet/>
      <dgm:spPr/>
      <dgm:t>
        <a:bodyPr/>
        <a:lstStyle/>
        <a:p>
          <a:r>
            <a:rPr lang="en-US"/>
            <a:t>Need for Package Indexer</a:t>
          </a:r>
        </a:p>
      </dgm:t>
    </dgm:pt>
    <dgm:pt modelId="{A390E16E-B34F-435A-95E1-F3F4CF8525A2}" type="parTrans" cxnId="{3A01BFDB-0597-4329-9A11-6ACBCCA3EC62}">
      <dgm:prSet/>
      <dgm:spPr/>
      <dgm:t>
        <a:bodyPr/>
        <a:lstStyle/>
        <a:p>
          <a:endParaRPr lang="en-US"/>
        </a:p>
      </dgm:t>
    </dgm:pt>
    <dgm:pt modelId="{4D43CA75-A90B-499D-87C0-7722948B75C5}" type="sibTrans" cxnId="{3A01BFDB-0597-4329-9A11-6ACBCCA3EC62}">
      <dgm:prSet/>
      <dgm:spPr/>
      <dgm:t>
        <a:bodyPr/>
        <a:lstStyle/>
        <a:p>
          <a:endParaRPr lang="en-US"/>
        </a:p>
      </dgm:t>
    </dgm:pt>
    <dgm:pt modelId="{F5D8B4A9-55C3-474B-9B43-465E85004A65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https://pypi.org/</a:t>
          </a:r>
          <a:r>
            <a:rPr lang="en-US"/>
            <a:t> - 99% of packages</a:t>
          </a:r>
        </a:p>
      </dgm:t>
    </dgm:pt>
    <dgm:pt modelId="{2B7A6A89-8F28-4AFC-84E2-95CB613D147D}" type="parTrans" cxnId="{D5F3F3EF-820B-4167-B21E-388D1DA96592}">
      <dgm:prSet/>
      <dgm:spPr/>
      <dgm:t>
        <a:bodyPr/>
        <a:lstStyle/>
        <a:p>
          <a:endParaRPr lang="en-US"/>
        </a:p>
      </dgm:t>
    </dgm:pt>
    <dgm:pt modelId="{330DCE0F-9F37-492F-84F2-1F9512B59EDF}" type="sibTrans" cxnId="{D5F3F3EF-820B-4167-B21E-388D1DA96592}">
      <dgm:prSet/>
      <dgm:spPr/>
      <dgm:t>
        <a:bodyPr/>
        <a:lstStyle/>
        <a:p>
          <a:endParaRPr lang="en-US"/>
        </a:p>
      </dgm:t>
    </dgm:pt>
    <dgm:pt modelId="{8D3DDCB6-2CE9-47F1-9F90-9334B2C96705}">
      <dgm:prSet/>
      <dgm:spPr/>
      <dgm:t>
        <a:bodyPr/>
        <a:lstStyle/>
        <a:p>
          <a:r>
            <a:rPr lang="en-US"/>
            <a:t>Python Package Index find</a:t>
          </a:r>
        </a:p>
      </dgm:t>
    </dgm:pt>
    <dgm:pt modelId="{76730075-D5CB-4B57-820A-9A2643EF9EE7}" type="parTrans" cxnId="{23B2B10A-2C75-442F-81FF-A6648F276BE5}">
      <dgm:prSet/>
      <dgm:spPr/>
      <dgm:t>
        <a:bodyPr/>
        <a:lstStyle/>
        <a:p>
          <a:endParaRPr lang="en-US"/>
        </a:p>
      </dgm:t>
    </dgm:pt>
    <dgm:pt modelId="{AA15495B-58AD-4DFF-AA5D-55C3A65DB0C1}" type="sibTrans" cxnId="{23B2B10A-2C75-442F-81FF-A6648F276BE5}">
      <dgm:prSet/>
      <dgm:spPr/>
      <dgm:t>
        <a:bodyPr/>
        <a:lstStyle/>
        <a:p>
          <a:endParaRPr lang="en-US"/>
        </a:p>
      </dgm:t>
    </dgm:pt>
    <dgm:pt modelId="{D319BF54-2A8C-491B-8082-F1BA93BED851}">
      <dgm:prSet/>
      <dgm:spPr/>
      <dgm:t>
        <a:bodyPr/>
        <a:lstStyle/>
        <a:p>
          <a:r>
            <a:rPr lang="en-US"/>
            <a:t>• pip install openpyxl</a:t>
          </a:r>
        </a:p>
      </dgm:t>
    </dgm:pt>
    <dgm:pt modelId="{E2B2225F-7C66-4460-93F1-9CC2C8134CAC}" type="parTrans" cxnId="{DEAE0B8D-3238-458F-9341-319A112925AF}">
      <dgm:prSet/>
      <dgm:spPr/>
      <dgm:t>
        <a:bodyPr/>
        <a:lstStyle/>
        <a:p>
          <a:endParaRPr lang="en-US"/>
        </a:p>
      </dgm:t>
    </dgm:pt>
    <dgm:pt modelId="{242E74DE-7932-4C79-A09A-4E91689D89EA}" type="sibTrans" cxnId="{DEAE0B8D-3238-458F-9341-319A112925AF}">
      <dgm:prSet/>
      <dgm:spPr/>
      <dgm:t>
        <a:bodyPr/>
        <a:lstStyle/>
        <a:p>
          <a:endParaRPr lang="en-US"/>
        </a:p>
      </dgm:t>
    </dgm:pt>
    <dgm:pt modelId="{4F3BBEC2-F8EF-4C83-8871-5EF858160225}">
      <dgm:prSet/>
      <dgm:spPr/>
      <dgm:t>
        <a:bodyPr/>
        <a:lstStyle/>
        <a:p>
          <a:r>
            <a:rPr lang="en-US"/>
            <a:t>• pip show</a:t>
          </a:r>
        </a:p>
      </dgm:t>
    </dgm:pt>
    <dgm:pt modelId="{C9823EC1-420B-4C25-84CA-EBA710C9C1E9}" type="parTrans" cxnId="{3D6B414A-309E-4D96-BAAD-2604E772D5BE}">
      <dgm:prSet/>
      <dgm:spPr/>
      <dgm:t>
        <a:bodyPr/>
        <a:lstStyle/>
        <a:p>
          <a:endParaRPr lang="en-US"/>
        </a:p>
      </dgm:t>
    </dgm:pt>
    <dgm:pt modelId="{91A2905A-6E2C-4DA8-A2A4-EB7BF4509B95}" type="sibTrans" cxnId="{3D6B414A-309E-4D96-BAAD-2604E772D5BE}">
      <dgm:prSet/>
      <dgm:spPr/>
      <dgm:t>
        <a:bodyPr/>
        <a:lstStyle/>
        <a:p>
          <a:endParaRPr lang="en-US"/>
        </a:p>
      </dgm:t>
    </dgm:pt>
    <dgm:pt modelId="{D75ECB96-F825-4DFF-B951-EC63DAF092DD}" type="pres">
      <dgm:prSet presAssocID="{47F34A7B-2123-4B48-B70E-9EDF44A12A55}" presName="root" presStyleCnt="0">
        <dgm:presLayoutVars>
          <dgm:dir/>
          <dgm:resizeHandles val="exact"/>
        </dgm:presLayoutVars>
      </dgm:prSet>
      <dgm:spPr/>
    </dgm:pt>
    <dgm:pt modelId="{7B7CB3AA-D004-4289-B736-B8DEB2CFBA17}" type="pres">
      <dgm:prSet presAssocID="{88609123-E75D-4BD1-A89D-FD4847CF6C16}" presName="compNode" presStyleCnt="0"/>
      <dgm:spPr/>
    </dgm:pt>
    <dgm:pt modelId="{65A85C23-2C9F-49A4-A307-36A1A33E1CF5}" type="pres">
      <dgm:prSet presAssocID="{88609123-E75D-4BD1-A89D-FD4847CF6C16}" presName="bgRect" presStyleLbl="bgShp" presStyleIdx="0" presStyleCnt="5"/>
      <dgm:spPr/>
    </dgm:pt>
    <dgm:pt modelId="{8BCC43C2-3DE9-452D-864C-63702C5652A3}" type="pres">
      <dgm:prSet presAssocID="{88609123-E75D-4BD1-A89D-FD4847CF6C16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BEF1BD9-F0F1-4DF6-8D75-E7ABF9A62742}" type="pres">
      <dgm:prSet presAssocID="{88609123-E75D-4BD1-A89D-FD4847CF6C16}" presName="spaceRect" presStyleCnt="0"/>
      <dgm:spPr/>
    </dgm:pt>
    <dgm:pt modelId="{F182AAA0-F680-40F8-BF61-0B93BD37AB28}" type="pres">
      <dgm:prSet presAssocID="{88609123-E75D-4BD1-A89D-FD4847CF6C16}" presName="parTx" presStyleLbl="revTx" presStyleIdx="0" presStyleCnt="5">
        <dgm:presLayoutVars>
          <dgm:chMax val="0"/>
          <dgm:chPref val="0"/>
        </dgm:presLayoutVars>
      </dgm:prSet>
      <dgm:spPr/>
    </dgm:pt>
    <dgm:pt modelId="{1D786E29-1DEC-43C9-9C99-60AAC0624633}" type="pres">
      <dgm:prSet presAssocID="{4D43CA75-A90B-499D-87C0-7722948B75C5}" presName="sibTrans" presStyleCnt="0"/>
      <dgm:spPr/>
    </dgm:pt>
    <dgm:pt modelId="{B3FFBCD5-1F99-4BEC-BD61-B838A887D76D}" type="pres">
      <dgm:prSet presAssocID="{F5D8B4A9-55C3-474B-9B43-465E85004A65}" presName="compNode" presStyleCnt="0"/>
      <dgm:spPr/>
    </dgm:pt>
    <dgm:pt modelId="{315EFF34-3E30-4666-BBDC-D01A6E7507DE}" type="pres">
      <dgm:prSet presAssocID="{F5D8B4A9-55C3-474B-9B43-465E85004A65}" presName="bgRect" presStyleLbl="bgShp" presStyleIdx="1" presStyleCnt="5"/>
      <dgm:spPr/>
    </dgm:pt>
    <dgm:pt modelId="{0F428273-50D8-42A4-B4ED-0841EA1F4A76}" type="pres">
      <dgm:prSet presAssocID="{F5D8B4A9-55C3-474B-9B43-465E85004A65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5073CB5A-344F-4E01-92F2-27D6C8C10148}" type="pres">
      <dgm:prSet presAssocID="{F5D8B4A9-55C3-474B-9B43-465E85004A65}" presName="spaceRect" presStyleCnt="0"/>
      <dgm:spPr/>
    </dgm:pt>
    <dgm:pt modelId="{2E1F6024-30FE-40E6-88A0-7CF0BB46DE3D}" type="pres">
      <dgm:prSet presAssocID="{F5D8B4A9-55C3-474B-9B43-465E85004A65}" presName="parTx" presStyleLbl="revTx" presStyleIdx="1" presStyleCnt="5">
        <dgm:presLayoutVars>
          <dgm:chMax val="0"/>
          <dgm:chPref val="0"/>
        </dgm:presLayoutVars>
      </dgm:prSet>
      <dgm:spPr/>
    </dgm:pt>
    <dgm:pt modelId="{6303D1AA-CEAD-4A54-B7AF-2A3AC63D0B5A}" type="pres">
      <dgm:prSet presAssocID="{330DCE0F-9F37-492F-84F2-1F9512B59EDF}" presName="sibTrans" presStyleCnt="0"/>
      <dgm:spPr/>
    </dgm:pt>
    <dgm:pt modelId="{3ADF9172-ABA9-4C12-8357-E399713B0CCE}" type="pres">
      <dgm:prSet presAssocID="{8D3DDCB6-2CE9-47F1-9F90-9334B2C96705}" presName="compNode" presStyleCnt="0"/>
      <dgm:spPr/>
    </dgm:pt>
    <dgm:pt modelId="{009ACA77-B86E-4AC0-8FA7-946263EFBB76}" type="pres">
      <dgm:prSet presAssocID="{8D3DDCB6-2CE9-47F1-9F90-9334B2C96705}" presName="bgRect" presStyleLbl="bgShp" presStyleIdx="2" presStyleCnt="5"/>
      <dgm:spPr/>
    </dgm:pt>
    <dgm:pt modelId="{362F7439-9570-4F26-8230-8D7124678BD1}" type="pres">
      <dgm:prSet presAssocID="{8D3DDCB6-2CE9-47F1-9F90-9334B2C96705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A247936-62E7-4C33-8A03-B13D4639A10B}" type="pres">
      <dgm:prSet presAssocID="{8D3DDCB6-2CE9-47F1-9F90-9334B2C96705}" presName="spaceRect" presStyleCnt="0"/>
      <dgm:spPr/>
    </dgm:pt>
    <dgm:pt modelId="{72B93629-519C-48DB-8337-D09AA0644BE1}" type="pres">
      <dgm:prSet presAssocID="{8D3DDCB6-2CE9-47F1-9F90-9334B2C96705}" presName="parTx" presStyleLbl="revTx" presStyleIdx="2" presStyleCnt="5">
        <dgm:presLayoutVars>
          <dgm:chMax val="0"/>
          <dgm:chPref val="0"/>
        </dgm:presLayoutVars>
      </dgm:prSet>
      <dgm:spPr/>
    </dgm:pt>
    <dgm:pt modelId="{C40EE33E-4550-4772-B98B-65CE462D9190}" type="pres">
      <dgm:prSet presAssocID="{AA15495B-58AD-4DFF-AA5D-55C3A65DB0C1}" presName="sibTrans" presStyleCnt="0"/>
      <dgm:spPr/>
    </dgm:pt>
    <dgm:pt modelId="{F849FDF5-25A3-4696-BDA0-37A27FCC68B4}" type="pres">
      <dgm:prSet presAssocID="{D319BF54-2A8C-491B-8082-F1BA93BED851}" presName="compNode" presStyleCnt="0"/>
      <dgm:spPr/>
    </dgm:pt>
    <dgm:pt modelId="{AE83B16D-2244-4380-A65F-0ECD9498812F}" type="pres">
      <dgm:prSet presAssocID="{D319BF54-2A8C-491B-8082-F1BA93BED851}" presName="bgRect" presStyleLbl="bgShp" presStyleIdx="3" presStyleCnt="5"/>
      <dgm:spPr/>
    </dgm:pt>
    <dgm:pt modelId="{49928680-C346-40FF-A0B2-415CF63AB4AE}" type="pres">
      <dgm:prSet presAssocID="{D319BF54-2A8C-491B-8082-F1BA93BED851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EA2C80B4-8D73-409E-90A9-9B3B5D2936BF}" type="pres">
      <dgm:prSet presAssocID="{D319BF54-2A8C-491B-8082-F1BA93BED851}" presName="spaceRect" presStyleCnt="0"/>
      <dgm:spPr/>
    </dgm:pt>
    <dgm:pt modelId="{50522469-59B7-4933-8375-30EDF4D357E5}" type="pres">
      <dgm:prSet presAssocID="{D319BF54-2A8C-491B-8082-F1BA93BED851}" presName="parTx" presStyleLbl="revTx" presStyleIdx="3" presStyleCnt="5">
        <dgm:presLayoutVars>
          <dgm:chMax val="0"/>
          <dgm:chPref val="0"/>
        </dgm:presLayoutVars>
      </dgm:prSet>
      <dgm:spPr/>
    </dgm:pt>
    <dgm:pt modelId="{FF6CDF46-8939-48AD-B969-E0154A8BF39D}" type="pres">
      <dgm:prSet presAssocID="{242E74DE-7932-4C79-A09A-4E91689D89EA}" presName="sibTrans" presStyleCnt="0"/>
      <dgm:spPr/>
    </dgm:pt>
    <dgm:pt modelId="{31643362-1787-4C5E-AC37-A65738F20469}" type="pres">
      <dgm:prSet presAssocID="{4F3BBEC2-F8EF-4C83-8871-5EF858160225}" presName="compNode" presStyleCnt="0"/>
      <dgm:spPr/>
    </dgm:pt>
    <dgm:pt modelId="{D965E22E-01B6-4FC7-AD50-85581ADEA4B2}" type="pres">
      <dgm:prSet presAssocID="{4F3BBEC2-F8EF-4C83-8871-5EF858160225}" presName="bgRect" presStyleLbl="bgShp" presStyleIdx="4" presStyleCnt="5"/>
      <dgm:spPr/>
    </dgm:pt>
    <dgm:pt modelId="{75E29946-1F3E-4A2E-A2DF-15E0D06D5CB1}" type="pres">
      <dgm:prSet presAssocID="{4F3BBEC2-F8EF-4C83-8871-5EF858160225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2829D180-558E-4BEA-ACB1-80D7EB2000D0}" type="pres">
      <dgm:prSet presAssocID="{4F3BBEC2-F8EF-4C83-8871-5EF858160225}" presName="spaceRect" presStyleCnt="0"/>
      <dgm:spPr/>
    </dgm:pt>
    <dgm:pt modelId="{128DDE63-B60C-40D7-8198-BE0C9BD988D0}" type="pres">
      <dgm:prSet presAssocID="{4F3BBEC2-F8EF-4C83-8871-5EF85816022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3B2B10A-2C75-442F-81FF-A6648F276BE5}" srcId="{47F34A7B-2123-4B48-B70E-9EDF44A12A55}" destId="{8D3DDCB6-2CE9-47F1-9F90-9334B2C96705}" srcOrd="2" destOrd="0" parTransId="{76730075-D5CB-4B57-820A-9A2643EF9EE7}" sibTransId="{AA15495B-58AD-4DFF-AA5D-55C3A65DB0C1}"/>
    <dgm:cxn modelId="{29603913-64D1-4CA5-AD45-43FC764C5975}" type="presOf" srcId="{F5D8B4A9-55C3-474B-9B43-465E85004A65}" destId="{2E1F6024-30FE-40E6-88A0-7CF0BB46DE3D}" srcOrd="0" destOrd="0" presId="urn:microsoft.com/office/officeart/2018/2/layout/IconVerticalSolidList"/>
    <dgm:cxn modelId="{E83B7D2C-694D-4732-A7D2-84BDB152F451}" type="presOf" srcId="{88609123-E75D-4BD1-A89D-FD4847CF6C16}" destId="{F182AAA0-F680-40F8-BF61-0B93BD37AB28}" srcOrd="0" destOrd="0" presId="urn:microsoft.com/office/officeart/2018/2/layout/IconVerticalSolidList"/>
    <dgm:cxn modelId="{3D6B414A-309E-4D96-BAAD-2604E772D5BE}" srcId="{47F34A7B-2123-4B48-B70E-9EDF44A12A55}" destId="{4F3BBEC2-F8EF-4C83-8871-5EF858160225}" srcOrd="4" destOrd="0" parTransId="{C9823EC1-420B-4C25-84CA-EBA710C9C1E9}" sibTransId="{91A2905A-6E2C-4DA8-A2A4-EB7BF4509B95}"/>
    <dgm:cxn modelId="{9256FC6C-B099-48EA-80DA-17BEC96BBE1D}" type="presOf" srcId="{D319BF54-2A8C-491B-8082-F1BA93BED851}" destId="{50522469-59B7-4933-8375-30EDF4D357E5}" srcOrd="0" destOrd="0" presId="urn:microsoft.com/office/officeart/2018/2/layout/IconVerticalSolidList"/>
    <dgm:cxn modelId="{9213316D-CB65-401F-88ED-2023C25A84DD}" type="presOf" srcId="{47F34A7B-2123-4B48-B70E-9EDF44A12A55}" destId="{D75ECB96-F825-4DFF-B951-EC63DAF092DD}" srcOrd="0" destOrd="0" presId="urn:microsoft.com/office/officeart/2018/2/layout/IconVerticalSolidList"/>
    <dgm:cxn modelId="{DEAE0B8D-3238-458F-9341-319A112925AF}" srcId="{47F34A7B-2123-4B48-B70E-9EDF44A12A55}" destId="{D319BF54-2A8C-491B-8082-F1BA93BED851}" srcOrd="3" destOrd="0" parTransId="{E2B2225F-7C66-4460-93F1-9CC2C8134CAC}" sibTransId="{242E74DE-7932-4C79-A09A-4E91689D89EA}"/>
    <dgm:cxn modelId="{0871B296-1167-4364-BA52-9DA8F31D7D27}" type="presOf" srcId="{8D3DDCB6-2CE9-47F1-9F90-9334B2C96705}" destId="{72B93629-519C-48DB-8337-D09AA0644BE1}" srcOrd="0" destOrd="0" presId="urn:microsoft.com/office/officeart/2018/2/layout/IconVerticalSolidList"/>
    <dgm:cxn modelId="{3A01BFDB-0597-4329-9A11-6ACBCCA3EC62}" srcId="{47F34A7B-2123-4B48-B70E-9EDF44A12A55}" destId="{88609123-E75D-4BD1-A89D-FD4847CF6C16}" srcOrd="0" destOrd="0" parTransId="{A390E16E-B34F-435A-95E1-F3F4CF8525A2}" sibTransId="{4D43CA75-A90B-499D-87C0-7722948B75C5}"/>
    <dgm:cxn modelId="{C8B681E7-ADDB-4A9E-92D2-1DD2958F6CA6}" type="presOf" srcId="{4F3BBEC2-F8EF-4C83-8871-5EF858160225}" destId="{128DDE63-B60C-40D7-8198-BE0C9BD988D0}" srcOrd="0" destOrd="0" presId="urn:microsoft.com/office/officeart/2018/2/layout/IconVerticalSolidList"/>
    <dgm:cxn modelId="{D5F3F3EF-820B-4167-B21E-388D1DA96592}" srcId="{47F34A7B-2123-4B48-B70E-9EDF44A12A55}" destId="{F5D8B4A9-55C3-474B-9B43-465E85004A65}" srcOrd="1" destOrd="0" parTransId="{2B7A6A89-8F28-4AFC-84E2-95CB613D147D}" sibTransId="{330DCE0F-9F37-492F-84F2-1F9512B59EDF}"/>
    <dgm:cxn modelId="{6E7B0F06-8C3D-4090-9E33-4452B2AB848F}" type="presParOf" srcId="{D75ECB96-F825-4DFF-B951-EC63DAF092DD}" destId="{7B7CB3AA-D004-4289-B736-B8DEB2CFBA17}" srcOrd="0" destOrd="0" presId="urn:microsoft.com/office/officeart/2018/2/layout/IconVerticalSolidList"/>
    <dgm:cxn modelId="{DEE826B9-876E-44AA-A976-05DBD26AC54C}" type="presParOf" srcId="{7B7CB3AA-D004-4289-B736-B8DEB2CFBA17}" destId="{65A85C23-2C9F-49A4-A307-36A1A33E1CF5}" srcOrd="0" destOrd="0" presId="urn:microsoft.com/office/officeart/2018/2/layout/IconVerticalSolidList"/>
    <dgm:cxn modelId="{26452FC7-2852-42BC-B2BB-6A08E2C6AF99}" type="presParOf" srcId="{7B7CB3AA-D004-4289-B736-B8DEB2CFBA17}" destId="{8BCC43C2-3DE9-452D-864C-63702C5652A3}" srcOrd="1" destOrd="0" presId="urn:microsoft.com/office/officeart/2018/2/layout/IconVerticalSolidList"/>
    <dgm:cxn modelId="{6AF707AF-CE82-4CD2-A8AB-D35683CEDF97}" type="presParOf" srcId="{7B7CB3AA-D004-4289-B736-B8DEB2CFBA17}" destId="{3BEF1BD9-F0F1-4DF6-8D75-E7ABF9A62742}" srcOrd="2" destOrd="0" presId="urn:microsoft.com/office/officeart/2018/2/layout/IconVerticalSolidList"/>
    <dgm:cxn modelId="{6DFE7351-DA7D-441A-BC7A-341137CE95D3}" type="presParOf" srcId="{7B7CB3AA-D004-4289-B736-B8DEB2CFBA17}" destId="{F182AAA0-F680-40F8-BF61-0B93BD37AB28}" srcOrd="3" destOrd="0" presId="urn:microsoft.com/office/officeart/2018/2/layout/IconVerticalSolidList"/>
    <dgm:cxn modelId="{0D606C44-E37A-434D-B8BF-C6DF12393A93}" type="presParOf" srcId="{D75ECB96-F825-4DFF-B951-EC63DAF092DD}" destId="{1D786E29-1DEC-43C9-9C99-60AAC0624633}" srcOrd="1" destOrd="0" presId="urn:microsoft.com/office/officeart/2018/2/layout/IconVerticalSolidList"/>
    <dgm:cxn modelId="{3434BFC8-C61A-4F86-BF21-72C03D6471EF}" type="presParOf" srcId="{D75ECB96-F825-4DFF-B951-EC63DAF092DD}" destId="{B3FFBCD5-1F99-4BEC-BD61-B838A887D76D}" srcOrd="2" destOrd="0" presId="urn:microsoft.com/office/officeart/2018/2/layout/IconVerticalSolidList"/>
    <dgm:cxn modelId="{62A0933F-D0F7-45F5-8E0B-D9B2C5A3C34B}" type="presParOf" srcId="{B3FFBCD5-1F99-4BEC-BD61-B838A887D76D}" destId="{315EFF34-3E30-4666-BBDC-D01A6E7507DE}" srcOrd="0" destOrd="0" presId="urn:microsoft.com/office/officeart/2018/2/layout/IconVerticalSolidList"/>
    <dgm:cxn modelId="{B4A7FEB2-EAC0-4A0C-A520-7FC2388B7AB0}" type="presParOf" srcId="{B3FFBCD5-1F99-4BEC-BD61-B838A887D76D}" destId="{0F428273-50D8-42A4-B4ED-0841EA1F4A76}" srcOrd="1" destOrd="0" presId="urn:microsoft.com/office/officeart/2018/2/layout/IconVerticalSolidList"/>
    <dgm:cxn modelId="{3AD5E499-7FF0-43EC-83F6-C2713DD16CB6}" type="presParOf" srcId="{B3FFBCD5-1F99-4BEC-BD61-B838A887D76D}" destId="{5073CB5A-344F-4E01-92F2-27D6C8C10148}" srcOrd="2" destOrd="0" presId="urn:microsoft.com/office/officeart/2018/2/layout/IconVerticalSolidList"/>
    <dgm:cxn modelId="{D9B31E2D-4C86-41B8-82B1-6A08BB36CD49}" type="presParOf" srcId="{B3FFBCD5-1F99-4BEC-BD61-B838A887D76D}" destId="{2E1F6024-30FE-40E6-88A0-7CF0BB46DE3D}" srcOrd="3" destOrd="0" presId="urn:microsoft.com/office/officeart/2018/2/layout/IconVerticalSolidList"/>
    <dgm:cxn modelId="{05F1444E-51C1-4407-9945-9134B5859F71}" type="presParOf" srcId="{D75ECB96-F825-4DFF-B951-EC63DAF092DD}" destId="{6303D1AA-CEAD-4A54-B7AF-2A3AC63D0B5A}" srcOrd="3" destOrd="0" presId="urn:microsoft.com/office/officeart/2018/2/layout/IconVerticalSolidList"/>
    <dgm:cxn modelId="{D2CF5FEE-89C5-47C6-A916-61047E2F9D2B}" type="presParOf" srcId="{D75ECB96-F825-4DFF-B951-EC63DAF092DD}" destId="{3ADF9172-ABA9-4C12-8357-E399713B0CCE}" srcOrd="4" destOrd="0" presId="urn:microsoft.com/office/officeart/2018/2/layout/IconVerticalSolidList"/>
    <dgm:cxn modelId="{72916F90-AF56-4509-8C09-ED7FE167158D}" type="presParOf" srcId="{3ADF9172-ABA9-4C12-8357-E399713B0CCE}" destId="{009ACA77-B86E-4AC0-8FA7-946263EFBB76}" srcOrd="0" destOrd="0" presId="urn:microsoft.com/office/officeart/2018/2/layout/IconVerticalSolidList"/>
    <dgm:cxn modelId="{86345D9E-8FAC-4A05-A78C-358E0CFF3750}" type="presParOf" srcId="{3ADF9172-ABA9-4C12-8357-E399713B0CCE}" destId="{362F7439-9570-4F26-8230-8D7124678BD1}" srcOrd="1" destOrd="0" presId="urn:microsoft.com/office/officeart/2018/2/layout/IconVerticalSolidList"/>
    <dgm:cxn modelId="{979C41E3-90CA-4109-A4C0-3C154C3BA9CE}" type="presParOf" srcId="{3ADF9172-ABA9-4C12-8357-E399713B0CCE}" destId="{DA247936-62E7-4C33-8A03-B13D4639A10B}" srcOrd="2" destOrd="0" presId="urn:microsoft.com/office/officeart/2018/2/layout/IconVerticalSolidList"/>
    <dgm:cxn modelId="{B5491EC6-758E-4ED7-99B7-B9C444211C5F}" type="presParOf" srcId="{3ADF9172-ABA9-4C12-8357-E399713B0CCE}" destId="{72B93629-519C-48DB-8337-D09AA0644BE1}" srcOrd="3" destOrd="0" presId="urn:microsoft.com/office/officeart/2018/2/layout/IconVerticalSolidList"/>
    <dgm:cxn modelId="{5C985B97-494D-4D4C-9D3E-D32B5B3D5F1A}" type="presParOf" srcId="{D75ECB96-F825-4DFF-B951-EC63DAF092DD}" destId="{C40EE33E-4550-4772-B98B-65CE462D9190}" srcOrd="5" destOrd="0" presId="urn:microsoft.com/office/officeart/2018/2/layout/IconVerticalSolidList"/>
    <dgm:cxn modelId="{BA46D18E-DC00-4B14-80B5-633CD9B2078B}" type="presParOf" srcId="{D75ECB96-F825-4DFF-B951-EC63DAF092DD}" destId="{F849FDF5-25A3-4696-BDA0-37A27FCC68B4}" srcOrd="6" destOrd="0" presId="urn:microsoft.com/office/officeart/2018/2/layout/IconVerticalSolidList"/>
    <dgm:cxn modelId="{3F995ED2-E996-400F-A46E-8495B5DCD4D0}" type="presParOf" srcId="{F849FDF5-25A3-4696-BDA0-37A27FCC68B4}" destId="{AE83B16D-2244-4380-A65F-0ECD9498812F}" srcOrd="0" destOrd="0" presId="urn:microsoft.com/office/officeart/2018/2/layout/IconVerticalSolidList"/>
    <dgm:cxn modelId="{1C7AA6ED-4670-402A-A53D-512360F9C215}" type="presParOf" srcId="{F849FDF5-25A3-4696-BDA0-37A27FCC68B4}" destId="{49928680-C346-40FF-A0B2-415CF63AB4AE}" srcOrd="1" destOrd="0" presId="urn:microsoft.com/office/officeart/2018/2/layout/IconVerticalSolidList"/>
    <dgm:cxn modelId="{3085088A-F38E-472F-8C69-9932D93A9459}" type="presParOf" srcId="{F849FDF5-25A3-4696-BDA0-37A27FCC68B4}" destId="{EA2C80B4-8D73-409E-90A9-9B3B5D2936BF}" srcOrd="2" destOrd="0" presId="urn:microsoft.com/office/officeart/2018/2/layout/IconVerticalSolidList"/>
    <dgm:cxn modelId="{EE636C98-9F62-4614-AB17-F8D0B677229A}" type="presParOf" srcId="{F849FDF5-25A3-4696-BDA0-37A27FCC68B4}" destId="{50522469-59B7-4933-8375-30EDF4D357E5}" srcOrd="3" destOrd="0" presId="urn:microsoft.com/office/officeart/2018/2/layout/IconVerticalSolidList"/>
    <dgm:cxn modelId="{A4D90AC8-1D27-42AB-8B6D-E7D256532157}" type="presParOf" srcId="{D75ECB96-F825-4DFF-B951-EC63DAF092DD}" destId="{FF6CDF46-8939-48AD-B969-E0154A8BF39D}" srcOrd="7" destOrd="0" presId="urn:microsoft.com/office/officeart/2018/2/layout/IconVerticalSolidList"/>
    <dgm:cxn modelId="{2E1637AB-FBB2-4889-979F-7054238BA68A}" type="presParOf" srcId="{D75ECB96-F825-4DFF-B951-EC63DAF092DD}" destId="{31643362-1787-4C5E-AC37-A65738F20469}" srcOrd="8" destOrd="0" presId="urn:microsoft.com/office/officeart/2018/2/layout/IconVerticalSolidList"/>
    <dgm:cxn modelId="{E690798E-E54C-40A5-94AF-1A04959E8D53}" type="presParOf" srcId="{31643362-1787-4C5E-AC37-A65738F20469}" destId="{D965E22E-01B6-4FC7-AD50-85581ADEA4B2}" srcOrd="0" destOrd="0" presId="urn:microsoft.com/office/officeart/2018/2/layout/IconVerticalSolidList"/>
    <dgm:cxn modelId="{0C57D599-16AD-4D6A-8B8E-44030F0AB58A}" type="presParOf" srcId="{31643362-1787-4C5E-AC37-A65738F20469}" destId="{75E29946-1F3E-4A2E-A2DF-15E0D06D5CB1}" srcOrd="1" destOrd="0" presId="urn:microsoft.com/office/officeart/2018/2/layout/IconVerticalSolidList"/>
    <dgm:cxn modelId="{890661DC-AF23-40F2-9A97-DAEDECADB01D}" type="presParOf" srcId="{31643362-1787-4C5E-AC37-A65738F20469}" destId="{2829D180-558E-4BEA-ACB1-80D7EB2000D0}" srcOrd="2" destOrd="0" presId="urn:microsoft.com/office/officeart/2018/2/layout/IconVerticalSolidList"/>
    <dgm:cxn modelId="{C7DE58F0-DF33-4266-9E9D-BC955B67A8BD}" type="presParOf" srcId="{31643362-1787-4C5E-AC37-A65738F20469}" destId="{128DDE63-B60C-40D7-8198-BE0C9BD988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6D3ACB0-43D7-4C9E-AC72-73937ACE8F7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F0F68B-4351-4121-BABD-FB03F01369FA}">
      <dgm:prSet/>
      <dgm:spPr/>
      <dgm:t>
        <a:bodyPr/>
        <a:lstStyle/>
        <a:p>
          <a:r>
            <a:rPr lang="en-US"/>
            <a:t>• Columns</a:t>
          </a:r>
        </a:p>
      </dgm:t>
    </dgm:pt>
    <dgm:pt modelId="{9C4CA23A-146A-46A8-A1A8-299D5CFB6A3C}" type="parTrans" cxnId="{423F03E6-1F62-439D-8768-B2CC2775A7EB}">
      <dgm:prSet/>
      <dgm:spPr/>
      <dgm:t>
        <a:bodyPr/>
        <a:lstStyle/>
        <a:p>
          <a:endParaRPr lang="en-US"/>
        </a:p>
      </dgm:t>
    </dgm:pt>
    <dgm:pt modelId="{F8530215-F4E5-44D9-8A9D-2B0B82714CE8}" type="sibTrans" cxnId="{423F03E6-1F62-439D-8768-B2CC2775A7EB}">
      <dgm:prSet/>
      <dgm:spPr/>
      <dgm:t>
        <a:bodyPr/>
        <a:lstStyle/>
        <a:p>
          <a:endParaRPr lang="en-US"/>
        </a:p>
      </dgm:t>
    </dgm:pt>
    <dgm:pt modelId="{EE16E5A1-16A0-4C1D-8772-B53152482649}">
      <dgm:prSet/>
      <dgm:spPr/>
      <dgm:t>
        <a:bodyPr/>
        <a:lstStyle/>
        <a:p>
          <a:r>
            <a:rPr lang="en-US"/>
            <a:t>• Header row</a:t>
          </a:r>
        </a:p>
      </dgm:t>
    </dgm:pt>
    <dgm:pt modelId="{AF05B95F-FACD-48E5-8D84-D63F0A22271F}" type="parTrans" cxnId="{5F95C788-BAAB-4ED7-AB59-D6EB29A39594}">
      <dgm:prSet/>
      <dgm:spPr/>
      <dgm:t>
        <a:bodyPr/>
        <a:lstStyle/>
        <a:p>
          <a:endParaRPr lang="en-US"/>
        </a:p>
      </dgm:t>
    </dgm:pt>
    <dgm:pt modelId="{21B74ED8-CE5A-4046-A3D0-31055D275049}" type="sibTrans" cxnId="{5F95C788-BAAB-4ED7-AB59-D6EB29A39594}">
      <dgm:prSet/>
      <dgm:spPr/>
      <dgm:t>
        <a:bodyPr/>
        <a:lstStyle/>
        <a:p>
          <a:endParaRPr lang="en-US"/>
        </a:p>
      </dgm:t>
    </dgm:pt>
    <dgm:pt modelId="{B8AB8BE3-4A06-448E-8625-AE7C649700B9}">
      <dgm:prSet/>
      <dgm:spPr/>
      <dgm:t>
        <a:bodyPr/>
        <a:lstStyle/>
        <a:p>
          <a:r>
            <a:rPr lang="en-US"/>
            <a:t>• Table structure</a:t>
          </a:r>
        </a:p>
      </dgm:t>
    </dgm:pt>
    <dgm:pt modelId="{E361E57C-7931-4D3D-A512-F25C6C06A65A}" type="parTrans" cxnId="{8C864E2E-2395-4A45-9457-75885E4E4BDA}">
      <dgm:prSet/>
      <dgm:spPr/>
      <dgm:t>
        <a:bodyPr/>
        <a:lstStyle/>
        <a:p>
          <a:endParaRPr lang="en-US"/>
        </a:p>
      </dgm:t>
    </dgm:pt>
    <dgm:pt modelId="{D29A8813-2A23-46E4-A37A-03B0EEF615CD}" type="sibTrans" cxnId="{8C864E2E-2395-4A45-9457-75885E4E4BDA}">
      <dgm:prSet/>
      <dgm:spPr/>
      <dgm:t>
        <a:bodyPr/>
        <a:lstStyle/>
        <a:p>
          <a:endParaRPr lang="en-US"/>
        </a:p>
      </dgm:t>
    </dgm:pt>
    <dgm:pt modelId="{CC1C30D8-1337-4FAE-8DAA-BCD5694B4DC0}" type="pres">
      <dgm:prSet presAssocID="{46D3ACB0-43D7-4C9E-AC72-73937ACE8F70}" presName="linear" presStyleCnt="0">
        <dgm:presLayoutVars>
          <dgm:animLvl val="lvl"/>
          <dgm:resizeHandles val="exact"/>
        </dgm:presLayoutVars>
      </dgm:prSet>
      <dgm:spPr/>
    </dgm:pt>
    <dgm:pt modelId="{31730A27-19D0-4490-A145-F4BC7861F9DA}" type="pres">
      <dgm:prSet presAssocID="{75F0F68B-4351-4121-BABD-FB03F01369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9228777-189F-463C-AE3B-24D7486B2CB4}" type="pres">
      <dgm:prSet presAssocID="{F8530215-F4E5-44D9-8A9D-2B0B82714CE8}" presName="spacer" presStyleCnt="0"/>
      <dgm:spPr/>
    </dgm:pt>
    <dgm:pt modelId="{C74935DD-E454-4BC1-ABF9-CCDD1D4215BB}" type="pres">
      <dgm:prSet presAssocID="{EE16E5A1-16A0-4C1D-8772-B5315248264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9DF56B5-EA9C-4BC0-A550-7B878334491F}" type="pres">
      <dgm:prSet presAssocID="{21B74ED8-CE5A-4046-A3D0-31055D275049}" presName="spacer" presStyleCnt="0"/>
      <dgm:spPr/>
    </dgm:pt>
    <dgm:pt modelId="{9931C1CA-4A14-4D69-84FD-EC96094BD380}" type="pres">
      <dgm:prSet presAssocID="{B8AB8BE3-4A06-448E-8625-AE7C649700B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A0E111D-F37F-4592-91BF-51A0D4CA1C2E}" type="presOf" srcId="{75F0F68B-4351-4121-BABD-FB03F01369FA}" destId="{31730A27-19D0-4490-A145-F4BC7861F9DA}" srcOrd="0" destOrd="0" presId="urn:microsoft.com/office/officeart/2005/8/layout/vList2"/>
    <dgm:cxn modelId="{8C864E2E-2395-4A45-9457-75885E4E4BDA}" srcId="{46D3ACB0-43D7-4C9E-AC72-73937ACE8F70}" destId="{B8AB8BE3-4A06-448E-8625-AE7C649700B9}" srcOrd="2" destOrd="0" parTransId="{E361E57C-7931-4D3D-A512-F25C6C06A65A}" sibTransId="{D29A8813-2A23-46E4-A37A-03B0EEF615CD}"/>
    <dgm:cxn modelId="{3B2EC673-5B39-4B46-864B-46672726AD30}" type="presOf" srcId="{46D3ACB0-43D7-4C9E-AC72-73937ACE8F70}" destId="{CC1C30D8-1337-4FAE-8DAA-BCD5694B4DC0}" srcOrd="0" destOrd="0" presId="urn:microsoft.com/office/officeart/2005/8/layout/vList2"/>
    <dgm:cxn modelId="{5F95C788-BAAB-4ED7-AB59-D6EB29A39594}" srcId="{46D3ACB0-43D7-4C9E-AC72-73937ACE8F70}" destId="{EE16E5A1-16A0-4C1D-8772-B53152482649}" srcOrd="1" destOrd="0" parTransId="{AF05B95F-FACD-48E5-8D84-D63F0A22271F}" sibTransId="{21B74ED8-CE5A-4046-A3D0-31055D275049}"/>
    <dgm:cxn modelId="{73116F8E-C9DE-4285-85F6-DF31B8E135FB}" type="presOf" srcId="{EE16E5A1-16A0-4C1D-8772-B53152482649}" destId="{C74935DD-E454-4BC1-ABF9-CCDD1D4215BB}" srcOrd="0" destOrd="0" presId="urn:microsoft.com/office/officeart/2005/8/layout/vList2"/>
    <dgm:cxn modelId="{423F03E6-1F62-439D-8768-B2CC2775A7EB}" srcId="{46D3ACB0-43D7-4C9E-AC72-73937ACE8F70}" destId="{75F0F68B-4351-4121-BABD-FB03F01369FA}" srcOrd="0" destOrd="0" parTransId="{9C4CA23A-146A-46A8-A1A8-299D5CFB6A3C}" sibTransId="{F8530215-F4E5-44D9-8A9D-2B0B82714CE8}"/>
    <dgm:cxn modelId="{0936B5F1-1D8D-451F-BF49-1F3A48650BC0}" type="presOf" srcId="{B8AB8BE3-4A06-448E-8625-AE7C649700B9}" destId="{9931C1CA-4A14-4D69-84FD-EC96094BD380}" srcOrd="0" destOrd="0" presId="urn:microsoft.com/office/officeart/2005/8/layout/vList2"/>
    <dgm:cxn modelId="{1901C1EC-A9BA-402C-A6D3-4AF8018AB7E0}" type="presParOf" srcId="{CC1C30D8-1337-4FAE-8DAA-BCD5694B4DC0}" destId="{31730A27-19D0-4490-A145-F4BC7861F9DA}" srcOrd="0" destOrd="0" presId="urn:microsoft.com/office/officeart/2005/8/layout/vList2"/>
    <dgm:cxn modelId="{BA9284DD-53E2-4FE1-AFFF-92DE5664313F}" type="presParOf" srcId="{CC1C30D8-1337-4FAE-8DAA-BCD5694B4DC0}" destId="{79228777-189F-463C-AE3B-24D7486B2CB4}" srcOrd="1" destOrd="0" presId="urn:microsoft.com/office/officeart/2005/8/layout/vList2"/>
    <dgm:cxn modelId="{9E571B90-FFE2-47BA-99C9-F09417BDCC44}" type="presParOf" srcId="{CC1C30D8-1337-4FAE-8DAA-BCD5694B4DC0}" destId="{C74935DD-E454-4BC1-ABF9-CCDD1D4215BB}" srcOrd="2" destOrd="0" presId="urn:microsoft.com/office/officeart/2005/8/layout/vList2"/>
    <dgm:cxn modelId="{5245C61A-2A57-4C6B-B606-1163E5437DD2}" type="presParOf" srcId="{CC1C30D8-1337-4FAE-8DAA-BCD5694B4DC0}" destId="{69DF56B5-EA9C-4BC0-A550-7B878334491F}" srcOrd="3" destOrd="0" presId="urn:microsoft.com/office/officeart/2005/8/layout/vList2"/>
    <dgm:cxn modelId="{8E084A25-1A4D-4BC3-A29B-2C57229A8C69}" type="presParOf" srcId="{CC1C30D8-1337-4FAE-8DAA-BCD5694B4DC0}" destId="{9931C1CA-4A14-4D69-84FD-EC96094BD38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A03747B-207B-4910-B094-39D112FE0C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593E70F-0D62-49E7-9BEE-3F81366BFCCB}">
      <dgm:prSet/>
      <dgm:spPr/>
      <dgm:t>
        <a:bodyPr/>
        <a:lstStyle/>
        <a:p>
          <a:r>
            <a:rPr lang="en-US"/>
            <a:t>• load_workbook()</a:t>
          </a:r>
        </a:p>
      </dgm:t>
    </dgm:pt>
    <dgm:pt modelId="{5AF7B3B6-EBE1-459B-93B5-546E8DC7DCD3}" type="parTrans" cxnId="{55FEFDD8-B2CC-4DB3-A59C-886B000CCEDF}">
      <dgm:prSet/>
      <dgm:spPr/>
      <dgm:t>
        <a:bodyPr/>
        <a:lstStyle/>
        <a:p>
          <a:endParaRPr lang="en-US"/>
        </a:p>
      </dgm:t>
    </dgm:pt>
    <dgm:pt modelId="{39C5C22B-CD04-41D1-A98A-6BB043C2B64D}" type="sibTrans" cxnId="{55FEFDD8-B2CC-4DB3-A59C-886B000CCEDF}">
      <dgm:prSet/>
      <dgm:spPr/>
      <dgm:t>
        <a:bodyPr/>
        <a:lstStyle/>
        <a:p>
          <a:endParaRPr lang="en-US"/>
        </a:p>
      </dgm:t>
    </dgm:pt>
    <dgm:pt modelId="{EC3D733B-E401-4D25-872F-A0AAF1419595}">
      <dgm:prSet/>
      <dgm:spPr/>
      <dgm:t>
        <a:bodyPr/>
        <a:lstStyle/>
        <a:p>
          <a:r>
            <a:rPr lang="en-US"/>
            <a:t>• wb.active</a:t>
          </a:r>
        </a:p>
      </dgm:t>
    </dgm:pt>
    <dgm:pt modelId="{7F00EED5-1611-4C35-972F-EF9A2FAB0040}" type="parTrans" cxnId="{CEC73830-A153-46EF-B75E-BD826F87D015}">
      <dgm:prSet/>
      <dgm:spPr/>
      <dgm:t>
        <a:bodyPr/>
        <a:lstStyle/>
        <a:p>
          <a:endParaRPr lang="en-US"/>
        </a:p>
      </dgm:t>
    </dgm:pt>
    <dgm:pt modelId="{E7AFF704-6013-437C-85C9-16F8BD318A92}" type="sibTrans" cxnId="{CEC73830-A153-46EF-B75E-BD826F87D015}">
      <dgm:prSet/>
      <dgm:spPr/>
      <dgm:t>
        <a:bodyPr/>
        <a:lstStyle/>
        <a:p>
          <a:endParaRPr lang="en-US"/>
        </a:p>
      </dgm:t>
    </dgm:pt>
    <dgm:pt modelId="{8117B45D-1D0F-4FA3-8587-6300B9EF2448}" type="pres">
      <dgm:prSet presAssocID="{DA03747B-207B-4910-B094-39D112FE0C14}" presName="root" presStyleCnt="0">
        <dgm:presLayoutVars>
          <dgm:dir/>
          <dgm:resizeHandles val="exact"/>
        </dgm:presLayoutVars>
      </dgm:prSet>
      <dgm:spPr/>
    </dgm:pt>
    <dgm:pt modelId="{3AEFF3FA-73C4-4B0C-BB3A-7246F9F8B2FB}" type="pres">
      <dgm:prSet presAssocID="{5593E70F-0D62-49E7-9BEE-3F81366BFCCB}" presName="compNode" presStyleCnt="0"/>
      <dgm:spPr/>
    </dgm:pt>
    <dgm:pt modelId="{A4D5B43D-B595-4CC1-BD8B-E1CEC0BB0E6D}" type="pres">
      <dgm:prSet presAssocID="{5593E70F-0D62-49E7-9BEE-3F81366BFCCB}" presName="bgRect" presStyleLbl="bgShp" presStyleIdx="0" presStyleCnt="2"/>
      <dgm:spPr/>
    </dgm:pt>
    <dgm:pt modelId="{B4F975A6-9F0F-4A5C-828C-0975E13A95C6}" type="pres">
      <dgm:prSet presAssocID="{5593E70F-0D62-49E7-9BEE-3F81366BFCC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8A0B234E-C96B-48F8-A71D-4520FE0D6FC0}" type="pres">
      <dgm:prSet presAssocID="{5593E70F-0D62-49E7-9BEE-3F81366BFCCB}" presName="spaceRect" presStyleCnt="0"/>
      <dgm:spPr/>
    </dgm:pt>
    <dgm:pt modelId="{B53FB934-8FF1-42CB-BD08-5AA5B9DAC88F}" type="pres">
      <dgm:prSet presAssocID="{5593E70F-0D62-49E7-9BEE-3F81366BFCCB}" presName="parTx" presStyleLbl="revTx" presStyleIdx="0" presStyleCnt="2">
        <dgm:presLayoutVars>
          <dgm:chMax val="0"/>
          <dgm:chPref val="0"/>
        </dgm:presLayoutVars>
      </dgm:prSet>
      <dgm:spPr/>
    </dgm:pt>
    <dgm:pt modelId="{E31591BA-50F2-44DB-B7A3-55DE7AC1FFD1}" type="pres">
      <dgm:prSet presAssocID="{39C5C22B-CD04-41D1-A98A-6BB043C2B64D}" presName="sibTrans" presStyleCnt="0"/>
      <dgm:spPr/>
    </dgm:pt>
    <dgm:pt modelId="{CC7ED829-752A-46F8-8C7D-6825F680446F}" type="pres">
      <dgm:prSet presAssocID="{EC3D733B-E401-4D25-872F-A0AAF1419595}" presName="compNode" presStyleCnt="0"/>
      <dgm:spPr/>
    </dgm:pt>
    <dgm:pt modelId="{68D74396-9F05-42F1-8AE4-4EA1EB99EEB5}" type="pres">
      <dgm:prSet presAssocID="{EC3D733B-E401-4D25-872F-A0AAF1419595}" presName="bgRect" presStyleLbl="bgShp" presStyleIdx="1" presStyleCnt="2"/>
      <dgm:spPr/>
    </dgm:pt>
    <dgm:pt modelId="{0EBB26F7-3F98-4838-9E33-52E592336012}" type="pres">
      <dgm:prSet presAssocID="{EC3D733B-E401-4D25-872F-A0AAF141959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528E0F9-C54A-4F98-8EF7-86C2B65F039E}" type="pres">
      <dgm:prSet presAssocID="{EC3D733B-E401-4D25-872F-A0AAF1419595}" presName="spaceRect" presStyleCnt="0"/>
      <dgm:spPr/>
    </dgm:pt>
    <dgm:pt modelId="{68215BDE-F2EE-4747-BADB-9E55C4DC850A}" type="pres">
      <dgm:prSet presAssocID="{EC3D733B-E401-4D25-872F-A0AAF14195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EC73830-A153-46EF-B75E-BD826F87D015}" srcId="{DA03747B-207B-4910-B094-39D112FE0C14}" destId="{EC3D733B-E401-4D25-872F-A0AAF1419595}" srcOrd="1" destOrd="0" parTransId="{7F00EED5-1611-4C35-972F-EF9A2FAB0040}" sibTransId="{E7AFF704-6013-437C-85C9-16F8BD318A92}"/>
    <dgm:cxn modelId="{18F3FA54-0A50-483E-ADE7-6C1DD71C77E4}" type="presOf" srcId="{EC3D733B-E401-4D25-872F-A0AAF1419595}" destId="{68215BDE-F2EE-4747-BADB-9E55C4DC850A}" srcOrd="0" destOrd="0" presId="urn:microsoft.com/office/officeart/2018/2/layout/IconVerticalSolidList"/>
    <dgm:cxn modelId="{64827EBE-1391-4CA2-A936-0284761B0004}" type="presOf" srcId="{5593E70F-0D62-49E7-9BEE-3F81366BFCCB}" destId="{B53FB934-8FF1-42CB-BD08-5AA5B9DAC88F}" srcOrd="0" destOrd="0" presId="urn:microsoft.com/office/officeart/2018/2/layout/IconVerticalSolidList"/>
    <dgm:cxn modelId="{55FEFDD8-B2CC-4DB3-A59C-886B000CCEDF}" srcId="{DA03747B-207B-4910-B094-39D112FE0C14}" destId="{5593E70F-0D62-49E7-9BEE-3F81366BFCCB}" srcOrd="0" destOrd="0" parTransId="{5AF7B3B6-EBE1-459B-93B5-546E8DC7DCD3}" sibTransId="{39C5C22B-CD04-41D1-A98A-6BB043C2B64D}"/>
    <dgm:cxn modelId="{BB087DEB-6E2E-494E-BC0F-AFF4AD0F0B96}" type="presOf" srcId="{DA03747B-207B-4910-B094-39D112FE0C14}" destId="{8117B45D-1D0F-4FA3-8587-6300B9EF2448}" srcOrd="0" destOrd="0" presId="urn:microsoft.com/office/officeart/2018/2/layout/IconVerticalSolidList"/>
    <dgm:cxn modelId="{1BFFD1D7-2757-4162-B627-E929ECAFA30A}" type="presParOf" srcId="{8117B45D-1D0F-4FA3-8587-6300B9EF2448}" destId="{3AEFF3FA-73C4-4B0C-BB3A-7246F9F8B2FB}" srcOrd="0" destOrd="0" presId="urn:microsoft.com/office/officeart/2018/2/layout/IconVerticalSolidList"/>
    <dgm:cxn modelId="{C93A5C75-3479-4CE5-A8CA-0270DB7FFFFA}" type="presParOf" srcId="{3AEFF3FA-73C4-4B0C-BB3A-7246F9F8B2FB}" destId="{A4D5B43D-B595-4CC1-BD8B-E1CEC0BB0E6D}" srcOrd="0" destOrd="0" presId="urn:microsoft.com/office/officeart/2018/2/layout/IconVerticalSolidList"/>
    <dgm:cxn modelId="{64562A35-89E7-43DE-8DA5-BE10405339AF}" type="presParOf" srcId="{3AEFF3FA-73C4-4B0C-BB3A-7246F9F8B2FB}" destId="{B4F975A6-9F0F-4A5C-828C-0975E13A95C6}" srcOrd="1" destOrd="0" presId="urn:microsoft.com/office/officeart/2018/2/layout/IconVerticalSolidList"/>
    <dgm:cxn modelId="{E2188941-6D84-4CF5-B4B9-575B2FA4C3EE}" type="presParOf" srcId="{3AEFF3FA-73C4-4B0C-BB3A-7246F9F8B2FB}" destId="{8A0B234E-C96B-48F8-A71D-4520FE0D6FC0}" srcOrd="2" destOrd="0" presId="urn:microsoft.com/office/officeart/2018/2/layout/IconVerticalSolidList"/>
    <dgm:cxn modelId="{DF111034-F035-4F6D-98E7-4B7884F67B1F}" type="presParOf" srcId="{3AEFF3FA-73C4-4B0C-BB3A-7246F9F8B2FB}" destId="{B53FB934-8FF1-42CB-BD08-5AA5B9DAC88F}" srcOrd="3" destOrd="0" presId="urn:microsoft.com/office/officeart/2018/2/layout/IconVerticalSolidList"/>
    <dgm:cxn modelId="{34C30189-D664-4545-BF17-DF0526533E3E}" type="presParOf" srcId="{8117B45D-1D0F-4FA3-8587-6300B9EF2448}" destId="{E31591BA-50F2-44DB-B7A3-55DE7AC1FFD1}" srcOrd="1" destOrd="0" presId="urn:microsoft.com/office/officeart/2018/2/layout/IconVerticalSolidList"/>
    <dgm:cxn modelId="{1C3EC64F-15F7-4A64-A66B-CB9FE9C0DEDC}" type="presParOf" srcId="{8117B45D-1D0F-4FA3-8587-6300B9EF2448}" destId="{CC7ED829-752A-46F8-8C7D-6825F680446F}" srcOrd="2" destOrd="0" presId="urn:microsoft.com/office/officeart/2018/2/layout/IconVerticalSolidList"/>
    <dgm:cxn modelId="{9D178C4C-A478-4670-9C50-B46F5AFF78C8}" type="presParOf" srcId="{CC7ED829-752A-46F8-8C7D-6825F680446F}" destId="{68D74396-9F05-42F1-8AE4-4EA1EB99EEB5}" srcOrd="0" destOrd="0" presId="urn:microsoft.com/office/officeart/2018/2/layout/IconVerticalSolidList"/>
    <dgm:cxn modelId="{6B618909-4815-4D94-861D-3635FB5C4D8F}" type="presParOf" srcId="{CC7ED829-752A-46F8-8C7D-6825F680446F}" destId="{0EBB26F7-3F98-4838-9E33-52E592336012}" srcOrd="1" destOrd="0" presId="urn:microsoft.com/office/officeart/2018/2/layout/IconVerticalSolidList"/>
    <dgm:cxn modelId="{F6A01EAB-63EF-4177-A551-3ABDA50B803D}" type="presParOf" srcId="{CC7ED829-752A-46F8-8C7D-6825F680446F}" destId="{3528E0F9-C54A-4F98-8EF7-86C2B65F039E}" srcOrd="2" destOrd="0" presId="urn:microsoft.com/office/officeart/2018/2/layout/IconVerticalSolidList"/>
    <dgm:cxn modelId="{412F2342-AEE1-47DF-A7DE-E8BF118F05AB}" type="presParOf" srcId="{CC7ED829-752A-46F8-8C7D-6825F680446F}" destId="{68215BDE-F2EE-4747-BADB-9E55C4DC85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42209B-612C-40CC-A776-5494CBF3AB3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A1CB647-0EB5-4AD7-9ECA-FB571C71A46E}">
      <dgm:prSet/>
      <dgm:spPr/>
      <dgm:t>
        <a:bodyPr/>
        <a:lstStyle/>
        <a:p>
          <a:pPr>
            <a:defRPr cap="all"/>
          </a:pPr>
          <a:r>
            <a:rPr lang="en-US"/>
            <a:t>• iter_rows(values_only=True)</a:t>
          </a:r>
        </a:p>
      </dgm:t>
    </dgm:pt>
    <dgm:pt modelId="{E05FF93F-5F7E-43F0-944B-7B3FACA55735}" type="parTrans" cxnId="{60042CA1-C7B5-4DAC-AFD8-065A348FD3CB}">
      <dgm:prSet/>
      <dgm:spPr/>
      <dgm:t>
        <a:bodyPr/>
        <a:lstStyle/>
        <a:p>
          <a:endParaRPr lang="en-US"/>
        </a:p>
      </dgm:t>
    </dgm:pt>
    <dgm:pt modelId="{67F8D953-D83B-4448-B01C-836F87140DC6}" type="sibTrans" cxnId="{60042CA1-C7B5-4DAC-AFD8-065A348FD3CB}">
      <dgm:prSet/>
      <dgm:spPr/>
      <dgm:t>
        <a:bodyPr/>
        <a:lstStyle/>
        <a:p>
          <a:endParaRPr lang="en-US"/>
        </a:p>
      </dgm:t>
    </dgm:pt>
    <dgm:pt modelId="{AF923DEE-1701-48B0-988C-6B58799745C2}">
      <dgm:prSet/>
      <dgm:spPr/>
      <dgm:t>
        <a:bodyPr/>
        <a:lstStyle/>
        <a:p>
          <a:pPr>
            <a:defRPr cap="all"/>
          </a:pPr>
          <a:r>
            <a:rPr lang="en-US"/>
            <a:t>• Skip header</a:t>
          </a:r>
        </a:p>
      </dgm:t>
    </dgm:pt>
    <dgm:pt modelId="{7979A937-23D2-43EF-9F8A-04CD9879D834}" type="parTrans" cxnId="{3093E8EB-2ACE-4454-990B-9650C5F64193}">
      <dgm:prSet/>
      <dgm:spPr/>
      <dgm:t>
        <a:bodyPr/>
        <a:lstStyle/>
        <a:p>
          <a:endParaRPr lang="en-US"/>
        </a:p>
      </dgm:t>
    </dgm:pt>
    <dgm:pt modelId="{FE92CD0D-8A50-4E68-A2AF-DBB2137A7EBB}" type="sibTrans" cxnId="{3093E8EB-2ACE-4454-990B-9650C5F64193}">
      <dgm:prSet/>
      <dgm:spPr/>
      <dgm:t>
        <a:bodyPr/>
        <a:lstStyle/>
        <a:p>
          <a:endParaRPr lang="en-US"/>
        </a:p>
      </dgm:t>
    </dgm:pt>
    <dgm:pt modelId="{512308D5-0DA5-4048-8010-EED3B26443A7}" type="pres">
      <dgm:prSet presAssocID="{BC42209B-612C-40CC-A776-5494CBF3AB32}" presName="root" presStyleCnt="0">
        <dgm:presLayoutVars>
          <dgm:dir/>
          <dgm:resizeHandles val="exact"/>
        </dgm:presLayoutVars>
      </dgm:prSet>
      <dgm:spPr/>
    </dgm:pt>
    <dgm:pt modelId="{25DBF8E3-F711-468F-B99D-8DFBB2824389}" type="pres">
      <dgm:prSet presAssocID="{6A1CB647-0EB5-4AD7-9ECA-FB571C71A46E}" presName="compNode" presStyleCnt="0"/>
      <dgm:spPr/>
    </dgm:pt>
    <dgm:pt modelId="{56CE0AD4-0B36-466B-B934-106C061EE417}" type="pres">
      <dgm:prSet presAssocID="{6A1CB647-0EB5-4AD7-9ECA-FB571C71A46E}" presName="iconBgRect" presStyleLbl="bgShp" presStyleIdx="0" presStyleCnt="2"/>
      <dgm:spPr/>
    </dgm:pt>
    <dgm:pt modelId="{FC4703D5-EFB0-43A4-8F33-FF61A07E0A5C}" type="pres">
      <dgm:prSet presAssocID="{6A1CB647-0EB5-4AD7-9ECA-FB571C71A46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A9B425B-A4F8-4E5A-B536-A58A2A849ABC}" type="pres">
      <dgm:prSet presAssocID="{6A1CB647-0EB5-4AD7-9ECA-FB571C71A46E}" presName="spaceRect" presStyleCnt="0"/>
      <dgm:spPr/>
    </dgm:pt>
    <dgm:pt modelId="{A4A66FF6-1C51-4C10-9416-8472540B8783}" type="pres">
      <dgm:prSet presAssocID="{6A1CB647-0EB5-4AD7-9ECA-FB571C71A46E}" presName="textRect" presStyleLbl="revTx" presStyleIdx="0" presStyleCnt="2">
        <dgm:presLayoutVars>
          <dgm:chMax val="1"/>
          <dgm:chPref val="1"/>
        </dgm:presLayoutVars>
      </dgm:prSet>
      <dgm:spPr/>
    </dgm:pt>
    <dgm:pt modelId="{BD2A94AD-7141-4A6D-88C5-BE30F7210EB5}" type="pres">
      <dgm:prSet presAssocID="{67F8D953-D83B-4448-B01C-836F87140DC6}" presName="sibTrans" presStyleCnt="0"/>
      <dgm:spPr/>
    </dgm:pt>
    <dgm:pt modelId="{927050D3-9B98-4063-BEF9-AC5368B584E9}" type="pres">
      <dgm:prSet presAssocID="{AF923DEE-1701-48B0-988C-6B58799745C2}" presName="compNode" presStyleCnt="0"/>
      <dgm:spPr/>
    </dgm:pt>
    <dgm:pt modelId="{95BB5009-D983-4A20-8258-E7D2FEA5F0C5}" type="pres">
      <dgm:prSet presAssocID="{AF923DEE-1701-48B0-988C-6B58799745C2}" presName="iconBgRect" presStyleLbl="bgShp" presStyleIdx="1" presStyleCnt="2"/>
      <dgm:spPr/>
    </dgm:pt>
    <dgm:pt modelId="{502AAD6F-3990-4AD8-BE34-ADD0E90F9CA9}" type="pres">
      <dgm:prSet presAssocID="{AF923DEE-1701-48B0-988C-6B58799745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80CDA72F-81EF-4C92-9CEC-DC903ED3E2EB}" type="pres">
      <dgm:prSet presAssocID="{AF923DEE-1701-48B0-988C-6B58799745C2}" presName="spaceRect" presStyleCnt="0"/>
      <dgm:spPr/>
    </dgm:pt>
    <dgm:pt modelId="{3A5B4594-F07E-467E-BF68-13D4781D9340}" type="pres">
      <dgm:prSet presAssocID="{AF923DEE-1701-48B0-988C-6B58799745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D9B180A-5969-44F9-A51F-6D3259C3566A}" type="presOf" srcId="{AF923DEE-1701-48B0-988C-6B58799745C2}" destId="{3A5B4594-F07E-467E-BF68-13D4781D9340}" srcOrd="0" destOrd="0" presId="urn:microsoft.com/office/officeart/2018/5/layout/IconCircleLabelList"/>
    <dgm:cxn modelId="{60042CA1-C7B5-4DAC-AFD8-065A348FD3CB}" srcId="{BC42209B-612C-40CC-A776-5494CBF3AB32}" destId="{6A1CB647-0EB5-4AD7-9ECA-FB571C71A46E}" srcOrd="0" destOrd="0" parTransId="{E05FF93F-5F7E-43F0-944B-7B3FACA55735}" sibTransId="{67F8D953-D83B-4448-B01C-836F87140DC6}"/>
    <dgm:cxn modelId="{454FD9E0-5906-4980-B76C-F3B5DC9D4435}" type="presOf" srcId="{BC42209B-612C-40CC-A776-5494CBF3AB32}" destId="{512308D5-0DA5-4048-8010-EED3B26443A7}" srcOrd="0" destOrd="0" presId="urn:microsoft.com/office/officeart/2018/5/layout/IconCircleLabelList"/>
    <dgm:cxn modelId="{89F05EE5-4909-4F07-86C3-7A82B8BFE3EA}" type="presOf" srcId="{6A1CB647-0EB5-4AD7-9ECA-FB571C71A46E}" destId="{A4A66FF6-1C51-4C10-9416-8472540B8783}" srcOrd="0" destOrd="0" presId="urn:microsoft.com/office/officeart/2018/5/layout/IconCircleLabelList"/>
    <dgm:cxn modelId="{3093E8EB-2ACE-4454-990B-9650C5F64193}" srcId="{BC42209B-612C-40CC-A776-5494CBF3AB32}" destId="{AF923DEE-1701-48B0-988C-6B58799745C2}" srcOrd="1" destOrd="0" parTransId="{7979A937-23D2-43EF-9F8A-04CD9879D834}" sibTransId="{FE92CD0D-8A50-4E68-A2AF-DBB2137A7EBB}"/>
    <dgm:cxn modelId="{F3818393-ECDD-4FE2-A4A2-F535D394E3FE}" type="presParOf" srcId="{512308D5-0DA5-4048-8010-EED3B26443A7}" destId="{25DBF8E3-F711-468F-B99D-8DFBB2824389}" srcOrd="0" destOrd="0" presId="urn:microsoft.com/office/officeart/2018/5/layout/IconCircleLabelList"/>
    <dgm:cxn modelId="{676B7998-BEB7-4F22-BB77-44FF137C878E}" type="presParOf" srcId="{25DBF8E3-F711-468F-B99D-8DFBB2824389}" destId="{56CE0AD4-0B36-466B-B934-106C061EE417}" srcOrd="0" destOrd="0" presId="urn:microsoft.com/office/officeart/2018/5/layout/IconCircleLabelList"/>
    <dgm:cxn modelId="{DB93454A-0D36-4FB2-BABA-EF746E8A945C}" type="presParOf" srcId="{25DBF8E3-F711-468F-B99D-8DFBB2824389}" destId="{FC4703D5-EFB0-43A4-8F33-FF61A07E0A5C}" srcOrd="1" destOrd="0" presId="urn:microsoft.com/office/officeart/2018/5/layout/IconCircleLabelList"/>
    <dgm:cxn modelId="{55574CF4-CB31-4905-9C55-1825FF1A013D}" type="presParOf" srcId="{25DBF8E3-F711-468F-B99D-8DFBB2824389}" destId="{3A9B425B-A4F8-4E5A-B536-A58A2A849ABC}" srcOrd="2" destOrd="0" presId="urn:microsoft.com/office/officeart/2018/5/layout/IconCircleLabelList"/>
    <dgm:cxn modelId="{683B0CEB-DD87-4FD6-9BBE-D5DA07AA377C}" type="presParOf" srcId="{25DBF8E3-F711-468F-B99D-8DFBB2824389}" destId="{A4A66FF6-1C51-4C10-9416-8472540B8783}" srcOrd="3" destOrd="0" presId="urn:microsoft.com/office/officeart/2018/5/layout/IconCircleLabelList"/>
    <dgm:cxn modelId="{6B6161E8-306B-49AA-92FE-87DD920C21C8}" type="presParOf" srcId="{512308D5-0DA5-4048-8010-EED3B26443A7}" destId="{BD2A94AD-7141-4A6D-88C5-BE30F7210EB5}" srcOrd="1" destOrd="0" presId="urn:microsoft.com/office/officeart/2018/5/layout/IconCircleLabelList"/>
    <dgm:cxn modelId="{4170A603-BF40-47E1-BC97-D99144321F8D}" type="presParOf" srcId="{512308D5-0DA5-4048-8010-EED3B26443A7}" destId="{927050D3-9B98-4063-BEF9-AC5368B584E9}" srcOrd="2" destOrd="0" presId="urn:microsoft.com/office/officeart/2018/5/layout/IconCircleLabelList"/>
    <dgm:cxn modelId="{BA4CA335-037F-49B7-A364-4E38E6246B80}" type="presParOf" srcId="{927050D3-9B98-4063-BEF9-AC5368B584E9}" destId="{95BB5009-D983-4A20-8258-E7D2FEA5F0C5}" srcOrd="0" destOrd="0" presId="urn:microsoft.com/office/officeart/2018/5/layout/IconCircleLabelList"/>
    <dgm:cxn modelId="{827C6DA2-B327-4310-A1A0-6A2C15B28CE7}" type="presParOf" srcId="{927050D3-9B98-4063-BEF9-AC5368B584E9}" destId="{502AAD6F-3990-4AD8-BE34-ADD0E90F9CA9}" srcOrd="1" destOrd="0" presId="urn:microsoft.com/office/officeart/2018/5/layout/IconCircleLabelList"/>
    <dgm:cxn modelId="{EA449493-5095-4843-A379-1631F0D709C6}" type="presParOf" srcId="{927050D3-9B98-4063-BEF9-AC5368B584E9}" destId="{80CDA72F-81EF-4C92-9CEC-DC903ED3E2EB}" srcOrd="2" destOrd="0" presId="urn:microsoft.com/office/officeart/2018/5/layout/IconCircleLabelList"/>
    <dgm:cxn modelId="{6D3D3622-237E-4531-96E6-CA828CCE9879}" type="presParOf" srcId="{927050D3-9B98-4063-BEF9-AC5368B584E9}" destId="{3A5B4594-F07E-467E-BF68-13D4781D934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DF419F1-FCF6-457F-97AA-94B81F61AD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FB0AA32-69D9-431E-9A03-0BD8EEB80BBF}">
      <dgm:prSet/>
      <dgm:spPr/>
      <dgm:t>
        <a:bodyPr/>
        <a:lstStyle/>
        <a:p>
          <a:r>
            <a:rPr lang="en-US"/>
            <a:t>• Keys = column names</a:t>
          </a:r>
        </a:p>
      </dgm:t>
    </dgm:pt>
    <dgm:pt modelId="{62182972-C866-4A3A-BF58-3D4A04C170DC}" type="parTrans" cxnId="{7F317ED7-87FD-4E3E-B644-2B200ACFEB9B}">
      <dgm:prSet/>
      <dgm:spPr/>
      <dgm:t>
        <a:bodyPr/>
        <a:lstStyle/>
        <a:p>
          <a:endParaRPr lang="en-US"/>
        </a:p>
      </dgm:t>
    </dgm:pt>
    <dgm:pt modelId="{959CC739-B663-47CE-BCF7-5A174C76AB36}" type="sibTrans" cxnId="{7F317ED7-87FD-4E3E-B644-2B200ACFEB9B}">
      <dgm:prSet/>
      <dgm:spPr/>
      <dgm:t>
        <a:bodyPr/>
        <a:lstStyle/>
        <a:p>
          <a:endParaRPr lang="en-US"/>
        </a:p>
      </dgm:t>
    </dgm:pt>
    <dgm:pt modelId="{AA05FBF4-B924-4FF6-93F4-C022624C39FF}">
      <dgm:prSet/>
      <dgm:spPr/>
      <dgm:t>
        <a:bodyPr/>
        <a:lstStyle/>
        <a:p>
          <a:r>
            <a:rPr lang="en-US"/>
            <a:t>• Easier than tuples</a:t>
          </a:r>
        </a:p>
      </dgm:t>
    </dgm:pt>
    <dgm:pt modelId="{F0F9E1C5-EBF7-4756-90AF-3AE63384A5F3}" type="parTrans" cxnId="{678D7CAB-4E6E-479A-845B-8599139387FA}">
      <dgm:prSet/>
      <dgm:spPr/>
      <dgm:t>
        <a:bodyPr/>
        <a:lstStyle/>
        <a:p>
          <a:endParaRPr lang="en-US"/>
        </a:p>
      </dgm:t>
    </dgm:pt>
    <dgm:pt modelId="{047392C6-A124-4318-81C6-16884DCDCE43}" type="sibTrans" cxnId="{678D7CAB-4E6E-479A-845B-8599139387FA}">
      <dgm:prSet/>
      <dgm:spPr/>
      <dgm:t>
        <a:bodyPr/>
        <a:lstStyle/>
        <a:p>
          <a:endParaRPr lang="en-US"/>
        </a:p>
      </dgm:t>
    </dgm:pt>
    <dgm:pt modelId="{8C99F94C-E391-4CC0-85C4-5CCB5D4DDE82}" type="pres">
      <dgm:prSet presAssocID="{5DF419F1-FCF6-457F-97AA-94B81F61AD14}" presName="root" presStyleCnt="0">
        <dgm:presLayoutVars>
          <dgm:dir/>
          <dgm:resizeHandles val="exact"/>
        </dgm:presLayoutVars>
      </dgm:prSet>
      <dgm:spPr/>
    </dgm:pt>
    <dgm:pt modelId="{3F762D07-0EF6-42C9-A1A6-C9B63D5848F5}" type="pres">
      <dgm:prSet presAssocID="{DFB0AA32-69D9-431E-9A03-0BD8EEB80BBF}" presName="compNode" presStyleCnt="0"/>
      <dgm:spPr/>
    </dgm:pt>
    <dgm:pt modelId="{543601A2-229C-43FD-9390-C871AEEC028D}" type="pres">
      <dgm:prSet presAssocID="{DFB0AA32-69D9-431E-9A03-0BD8EEB80BBF}" presName="bgRect" presStyleLbl="bgShp" presStyleIdx="0" presStyleCnt="2"/>
      <dgm:spPr/>
    </dgm:pt>
    <dgm:pt modelId="{9BAE4BAB-00F4-4801-AC1E-898E11654D35}" type="pres">
      <dgm:prSet presAssocID="{DFB0AA32-69D9-431E-9A03-0BD8EEB80BB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69473CC-E44C-45F9-A7BA-942DB03AB57B}" type="pres">
      <dgm:prSet presAssocID="{DFB0AA32-69D9-431E-9A03-0BD8EEB80BBF}" presName="spaceRect" presStyleCnt="0"/>
      <dgm:spPr/>
    </dgm:pt>
    <dgm:pt modelId="{6ECD8555-4512-41A3-843A-01D407C4539A}" type="pres">
      <dgm:prSet presAssocID="{DFB0AA32-69D9-431E-9A03-0BD8EEB80BBF}" presName="parTx" presStyleLbl="revTx" presStyleIdx="0" presStyleCnt="2">
        <dgm:presLayoutVars>
          <dgm:chMax val="0"/>
          <dgm:chPref val="0"/>
        </dgm:presLayoutVars>
      </dgm:prSet>
      <dgm:spPr/>
    </dgm:pt>
    <dgm:pt modelId="{805DF19B-59E4-4775-B3D9-50B9885164FA}" type="pres">
      <dgm:prSet presAssocID="{959CC739-B663-47CE-BCF7-5A174C76AB36}" presName="sibTrans" presStyleCnt="0"/>
      <dgm:spPr/>
    </dgm:pt>
    <dgm:pt modelId="{6CB1884B-68E8-4036-931C-62E1A1257581}" type="pres">
      <dgm:prSet presAssocID="{AA05FBF4-B924-4FF6-93F4-C022624C39FF}" presName="compNode" presStyleCnt="0"/>
      <dgm:spPr/>
    </dgm:pt>
    <dgm:pt modelId="{FD52EA64-3239-4D65-B2FF-02CB669DA61B}" type="pres">
      <dgm:prSet presAssocID="{AA05FBF4-B924-4FF6-93F4-C022624C39FF}" presName="bgRect" presStyleLbl="bgShp" presStyleIdx="1" presStyleCnt="2"/>
      <dgm:spPr/>
    </dgm:pt>
    <dgm:pt modelId="{03716F39-3273-47C1-891C-FA97B944EF62}" type="pres">
      <dgm:prSet presAssocID="{AA05FBF4-B924-4FF6-93F4-C022624C39F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tune Cookie"/>
        </a:ext>
      </dgm:extLst>
    </dgm:pt>
    <dgm:pt modelId="{0DC92E2E-9960-46F4-8795-28571F06730D}" type="pres">
      <dgm:prSet presAssocID="{AA05FBF4-B924-4FF6-93F4-C022624C39FF}" presName="spaceRect" presStyleCnt="0"/>
      <dgm:spPr/>
    </dgm:pt>
    <dgm:pt modelId="{EE9E1400-2FAA-4DEA-A814-79CE4D83FFBB}" type="pres">
      <dgm:prSet presAssocID="{AA05FBF4-B924-4FF6-93F4-C022624C39F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9C64A31-9AA2-43B7-B85E-9A7DC4F3FD0D}" type="presOf" srcId="{AA05FBF4-B924-4FF6-93F4-C022624C39FF}" destId="{EE9E1400-2FAA-4DEA-A814-79CE4D83FFBB}" srcOrd="0" destOrd="0" presId="urn:microsoft.com/office/officeart/2018/2/layout/IconVerticalSolidList"/>
    <dgm:cxn modelId="{9A623F62-CB82-4C41-91B2-AE4E6174C8CF}" type="presOf" srcId="{DFB0AA32-69D9-431E-9A03-0BD8EEB80BBF}" destId="{6ECD8555-4512-41A3-843A-01D407C4539A}" srcOrd="0" destOrd="0" presId="urn:microsoft.com/office/officeart/2018/2/layout/IconVerticalSolidList"/>
    <dgm:cxn modelId="{BE4A598F-4762-452D-BD88-F6C6D3B40B84}" type="presOf" srcId="{5DF419F1-FCF6-457F-97AA-94B81F61AD14}" destId="{8C99F94C-E391-4CC0-85C4-5CCB5D4DDE82}" srcOrd="0" destOrd="0" presId="urn:microsoft.com/office/officeart/2018/2/layout/IconVerticalSolidList"/>
    <dgm:cxn modelId="{678D7CAB-4E6E-479A-845B-8599139387FA}" srcId="{5DF419F1-FCF6-457F-97AA-94B81F61AD14}" destId="{AA05FBF4-B924-4FF6-93F4-C022624C39FF}" srcOrd="1" destOrd="0" parTransId="{F0F9E1C5-EBF7-4756-90AF-3AE63384A5F3}" sibTransId="{047392C6-A124-4318-81C6-16884DCDCE43}"/>
    <dgm:cxn modelId="{7F317ED7-87FD-4E3E-B644-2B200ACFEB9B}" srcId="{5DF419F1-FCF6-457F-97AA-94B81F61AD14}" destId="{DFB0AA32-69D9-431E-9A03-0BD8EEB80BBF}" srcOrd="0" destOrd="0" parTransId="{62182972-C866-4A3A-BF58-3D4A04C170DC}" sibTransId="{959CC739-B663-47CE-BCF7-5A174C76AB36}"/>
    <dgm:cxn modelId="{45EF4CFD-EC4E-43B1-93D2-A81E5CF1AA58}" type="presParOf" srcId="{8C99F94C-E391-4CC0-85C4-5CCB5D4DDE82}" destId="{3F762D07-0EF6-42C9-A1A6-C9B63D5848F5}" srcOrd="0" destOrd="0" presId="urn:microsoft.com/office/officeart/2018/2/layout/IconVerticalSolidList"/>
    <dgm:cxn modelId="{B7728C0E-167E-4DC9-A531-F30D49C8AAAC}" type="presParOf" srcId="{3F762D07-0EF6-42C9-A1A6-C9B63D5848F5}" destId="{543601A2-229C-43FD-9390-C871AEEC028D}" srcOrd="0" destOrd="0" presId="urn:microsoft.com/office/officeart/2018/2/layout/IconVerticalSolidList"/>
    <dgm:cxn modelId="{E791D041-30C9-457F-A9F7-976B042AE6D3}" type="presParOf" srcId="{3F762D07-0EF6-42C9-A1A6-C9B63D5848F5}" destId="{9BAE4BAB-00F4-4801-AC1E-898E11654D35}" srcOrd="1" destOrd="0" presId="urn:microsoft.com/office/officeart/2018/2/layout/IconVerticalSolidList"/>
    <dgm:cxn modelId="{14206935-4484-40ED-9F91-CC9B900D3206}" type="presParOf" srcId="{3F762D07-0EF6-42C9-A1A6-C9B63D5848F5}" destId="{469473CC-E44C-45F9-A7BA-942DB03AB57B}" srcOrd="2" destOrd="0" presId="urn:microsoft.com/office/officeart/2018/2/layout/IconVerticalSolidList"/>
    <dgm:cxn modelId="{A30BA9B3-F83B-4DA3-9927-5CE8DFE3541F}" type="presParOf" srcId="{3F762D07-0EF6-42C9-A1A6-C9B63D5848F5}" destId="{6ECD8555-4512-41A3-843A-01D407C4539A}" srcOrd="3" destOrd="0" presId="urn:microsoft.com/office/officeart/2018/2/layout/IconVerticalSolidList"/>
    <dgm:cxn modelId="{992CEF05-3FED-4F83-B345-1F5BFB90AA69}" type="presParOf" srcId="{8C99F94C-E391-4CC0-85C4-5CCB5D4DDE82}" destId="{805DF19B-59E4-4775-B3D9-50B9885164FA}" srcOrd="1" destOrd="0" presId="urn:microsoft.com/office/officeart/2018/2/layout/IconVerticalSolidList"/>
    <dgm:cxn modelId="{DDD3C0F5-5314-47B3-BE97-FA40F323E05F}" type="presParOf" srcId="{8C99F94C-E391-4CC0-85C4-5CCB5D4DDE82}" destId="{6CB1884B-68E8-4036-931C-62E1A1257581}" srcOrd="2" destOrd="0" presId="urn:microsoft.com/office/officeart/2018/2/layout/IconVerticalSolidList"/>
    <dgm:cxn modelId="{7277A195-6EF9-4AF5-9582-A36210138739}" type="presParOf" srcId="{6CB1884B-68E8-4036-931C-62E1A1257581}" destId="{FD52EA64-3239-4D65-B2FF-02CB669DA61B}" srcOrd="0" destOrd="0" presId="urn:microsoft.com/office/officeart/2018/2/layout/IconVerticalSolidList"/>
    <dgm:cxn modelId="{90CC7DB6-9DB9-4671-8C86-277EA6AD7BEB}" type="presParOf" srcId="{6CB1884B-68E8-4036-931C-62E1A1257581}" destId="{03716F39-3273-47C1-891C-FA97B944EF62}" srcOrd="1" destOrd="0" presId="urn:microsoft.com/office/officeart/2018/2/layout/IconVerticalSolidList"/>
    <dgm:cxn modelId="{E20B6C96-B535-4F68-AC09-B5085801562F}" type="presParOf" srcId="{6CB1884B-68E8-4036-931C-62E1A1257581}" destId="{0DC92E2E-9960-46F4-8795-28571F06730D}" srcOrd="2" destOrd="0" presId="urn:microsoft.com/office/officeart/2018/2/layout/IconVerticalSolidList"/>
    <dgm:cxn modelId="{D82FF337-8DDD-4196-9B70-71A68C91D462}" type="presParOf" srcId="{6CB1884B-68E8-4036-931C-62E1A1257581}" destId="{EE9E1400-2FAA-4DEA-A814-79CE4D83FF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C0FC36-A35B-44A2-AB6E-23EE760B180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8D809AC6-75BC-4B4D-B349-A76692467972}">
      <dgm:prSet/>
      <dgm:spPr/>
      <dgm:t>
        <a:bodyPr/>
        <a:lstStyle/>
        <a:p>
          <a:r>
            <a:rPr lang="en-US"/>
            <a:t>• student['name']</a:t>
          </a:r>
        </a:p>
      </dgm:t>
    </dgm:pt>
    <dgm:pt modelId="{418D476E-5007-4502-B910-4062B746E47E}" type="parTrans" cxnId="{B12E6A06-97B2-4C1C-9097-29B36EF90783}">
      <dgm:prSet/>
      <dgm:spPr/>
      <dgm:t>
        <a:bodyPr/>
        <a:lstStyle/>
        <a:p>
          <a:endParaRPr lang="en-US"/>
        </a:p>
      </dgm:t>
    </dgm:pt>
    <dgm:pt modelId="{89D6310F-7E7A-44EA-926B-959DD74ABC64}" type="sibTrans" cxnId="{B12E6A06-97B2-4C1C-9097-29B36EF90783}">
      <dgm:prSet/>
      <dgm:spPr/>
      <dgm:t>
        <a:bodyPr/>
        <a:lstStyle/>
        <a:p>
          <a:endParaRPr lang="en-US"/>
        </a:p>
      </dgm:t>
    </dgm:pt>
    <dgm:pt modelId="{34ADA373-4EE5-4A75-81B8-C29CC08C086D}">
      <dgm:prSet/>
      <dgm:spPr/>
      <dgm:t>
        <a:bodyPr/>
        <a:lstStyle/>
        <a:p>
          <a:r>
            <a:rPr lang="en-US"/>
            <a:t>• Clean, readable</a:t>
          </a:r>
        </a:p>
      </dgm:t>
    </dgm:pt>
    <dgm:pt modelId="{8CE63329-2D19-4CE5-AB8B-73693FDEF34C}" type="parTrans" cxnId="{9E231082-5A93-4D7C-B5EE-2F509155E1A0}">
      <dgm:prSet/>
      <dgm:spPr/>
      <dgm:t>
        <a:bodyPr/>
        <a:lstStyle/>
        <a:p>
          <a:endParaRPr lang="en-US"/>
        </a:p>
      </dgm:t>
    </dgm:pt>
    <dgm:pt modelId="{C43B9B2C-437B-4FD7-AB33-6796A4C9A787}" type="sibTrans" cxnId="{9E231082-5A93-4D7C-B5EE-2F509155E1A0}">
      <dgm:prSet/>
      <dgm:spPr/>
      <dgm:t>
        <a:bodyPr/>
        <a:lstStyle/>
        <a:p>
          <a:endParaRPr lang="en-US"/>
        </a:p>
      </dgm:t>
    </dgm:pt>
    <dgm:pt modelId="{DB705E0C-399A-490F-A00A-7C459CB879F3}" type="pres">
      <dgm:prSet presAssocID="{FEC0FC36-A35B-44A2-AB6E-23EE760B180E}" presName="root" presStyleCnt="0">
        <dgm:presLayoutVars>
          <dgm:dir/>
          <dgm:resizeHandles val="exact"/>
        </dgm:presLayoutVars>
      </dgm:prSet>
      <dgm:spPr/>
    </dgm:pt>
    <dgm:pt modelId="{31F2CCD3-36D7-4C9E-A40A-4F55FE223BB2}" type="pres">
      <dgm:prSet presAssocID="{8D809AC6-75BC-4B4D-B349-A76692467972}" presName="compNode" presStyleCnt="0"/>
      <dgm:spPr/>
    </dgm:pt>
    <dgm:pt modelId="{6368408F-4933-4A41-8412-DCF90FDFEBB5}" type="pres">
      <dgm:prSet presAssocID="{8D809AC6-75BC-4B4D-B349-A7669246797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75AB30EA-617C-4300-BB61-14FFD2A74F5B}" type="pres">
      <dgm:prSet presAssocID="{8D809AC6-75BC-4B4D-B349-A76692467972}" presName="spaceRect" presStyleCnt="0"/>
      <dgm:spPr/>
    </dgm:pt>
    <dgm:pt modelId="{8CF50BF2-7680-43DC-9E83-158FABF9BB6E}" type="pres">
      <dgm:prSet presAssocID="{8D809AC6-75BC-4B4D-B349-A76692467972}" presName="textRect" presStyleLbl="revTx" presStyleIdx="0" presStyleCnt="2">
        <dgm:presLayoutVars>
          <dgm:chMax val="1"/>
          <dgm:chPref val="1"/>
        </dgm:presLayoutVars>
      </dgm:prSet>
      <dgm:spPr/>
    </dgm:pt>
    <dgm:pt modelId="{606F9441-B925-4126-BAD1-AECE1227020D}" type="pres">
      <dgm:prSet presAssocID="{89D6310F-7E7A-44EA-926B-959DD74ABC64}" presName="sibTrans" presStyleCnt="0"/>
      <dgm:spPr/>
    </dgm:pt>
    <dgm:pt modelId="{CD409905-E4BB-4D44-A44F-ADDF4A826C1C}" type="pres">
      <dgm:prSet presAssocID="{34ADA373-4EE5-4A75-81B8-C29CC08C086D}" presName="compNode" presStyleCnt="0"/>
      <dgm:spPr/>
    </dgm:pt>
    <dgm:pt modelId="{70DB8382-2F97-4DF3-8C3A-15B1255D24E9}" type="pres">
      <dgm:prSet presAssocID="{34ADA373-4EE5-4A75-81B8-C29CC08C086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B4A2AD2C-9AE3-4AAB-9291-B6A0A06A2463}" type="pres">
      <dgm:prSet presAssocID="{34ADA373-4EE5-4A75-81B8-C29CC08C086D}" presName="spaceRect" presStyleCnt="0"/>
      <dgm:spPr/>
    </dgm:pt>
    <dgm:pt modelId="{D2D00DFB-7332-430B-8996-333092A2E8CE}" type="pres">
      <dgm:prSet presAssocID="{34ADA373-4EE5-4A75-81B8-C29CC08C086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489D705-0B96-4E66-913C-7C59193684A9}" type="presOf" srcId="{34ADA373-4EE5-4A75-81B8-C29CC08C086D}" destId="{D2D00DFB-7332-430B-8996-333092A2E8CE}" srcOrd="0" destOrd="0" presId="urn:microsoft.com/office/officeart/2018/2/layout/IconLabelList"/>
    <dgm:cxn modelId="{B12E6A06-97B2-4C1C-9097-29B36EF90783}" srcId="{FEC0FC36-A35B-44A2-AB6E-23EE760B180E}" destId="{8D809AC6-75BC-4B4D-B349-A76692467972}" srcOrd="0" destOrd="0" parTransId="{418D476E-5007-4502-B910-4062B746E47E}" sibTransId="{89D6310F-7E7A-44EA-926B-959DD74ABC64}"/>
    <dgm:cxn modelId="{9E231082-5A93-4D7C-B5EE-2F509155E1A0}" srcId="{FEC0FC36-A35B-44A2-AB6E-23EE760B180E}" destId="{34ADA373-4EE5-4A75-81B8-C29CC08C086D}" srcOrd="1" destOrd="0" parTransId="{8CE63329-2D19-4CE5-AB8B-73693FDEF34C}" sibTransId="{C43B9B2C-437B-4FD7-AB33-6796A4C9A787}"/>
    <dgm:cxn modelId="{608195E6-0DA1-4F34-8C90-8EBD38A01A63}" type="presOf" srcId="{8D809AC6-75BC-4B4D-B349-A76692467972}" destId="{8CF50BF2-7680-43DC-9E83-158FABF9BB6E}" srcOrd="0" destOrd="0" presId="urn:microsoft.com/office/officeart/2018/2/layout/IconLabelList"/>
    <dgm:cxn modelId="{283562EE-1D0E-4EBA-9341-F375389D28ED}" type="presOf" srcId="{FEC0FC36-A35B-44A2-AB6E-23EE760B180E}" destId="{DB705E0C-399A-490F-A00A-7C459CB879F3}" srcOrd="0" destOrd="0" presId="urn:microsoft.com/office/officeart/2018/2/layout/IconLabelList"/>
    <dgm:cxn modelId="{5444628E-AE86-4723-8832-19480349D2D1}" type="presParOf" srcId="{DB705E0C-399A-490F-A00A-7C459CB879F3}" destId="{31F2CCD3-36D7-4C9E-A40A-4F55FE223BB2}" srcOrd="0" destOrd="0" presId="urn:microsoft.com/office/officeart/2018/2/layout/IconLabelList"/>
    <dgm:cxn modelId="{54FEFAF2-E050-40D1-BDB8-24B4E6518847}" type="presParOf" srcId="{31F2CCD3-36D7-4C9E-A40A-4F55FE223BB2}" destId="{6368408F-4933-4A41-8412-DCF90FDFEBB5}" srcOrd="0" destOrd="0" presId="urn:microsoft.com/office/officeart/2018/2/layout/IconLabelList"/>
    <dgm:cxn modelId="{AFB84B5F-C18F-4EFF-8719-67475A890040}" type="presParOf" srcId="{31F2CCD3-36D7-4C9E-A40A-4F55FE223BB2}" destId="{75AB30EA-617C-4300-BB61-14FFD2A74F5B}" srcOrd="1" destOrd="0" presId="urn:microsoft.com/office/officeart/2018/2/layout/IconLabelList"/>
    <dgm:cxn modelId="{7AE709F6-8EA8-4F5F-8B6E-6DD29783D95E}" type="presParOf" srcId="{31F2CCD3-36D7-4C9E-A40A-4F55FE223BB2}" destId="{8CF50BF2-7680-43DC-9E83-158FABF9BB6E}" srcOrd="2" destOrd="0" presId="urn:microsoft.com/office/officeart/2018/2/layout/IconLabelList"/>
    <dgm:cxn modelId="{05D07A74-BB06-4D94-B6ED-89D293A58166}" type="presParOf" srcId="{DB705E0C-399A-490F-A00A-7C459CB879F3}" destId="{606F9441-B925-4126-BAD1-AECE1227020D}" srcOrd="1" destOrd="0" presId="urn:microsoft.com/office/officeart/2018/2/layout/IconLabelList"/>
    <dgm:cxn modelId="{FB8F6474-A4D9-4787-839C-90996C075C68}" type="presParOf" srcId="{DB705E0C-399A-490F-A00A-7C459CB879F3}" destId="{CD409905-E4BB-4D44-A44F-ADDF4A826C1C}" srcOrd="2" destOrd="0" presId="urn:microsoft.com/office/officeart/2018/2/layout/IconLabelList"/>
    <dgm:cxn modelId="{B4CEB797-33AC-4F0D-AE90-4E827DEF2EAC}" type="presParOf" srcId="{CD409905-E4BB-4D44-A44F-ADDF4A826C1C}" destId="{70DB8382-2F97-4DF3-8C3A-15B1255D24E9}" srcOrd="0" destOrd="0" presId="urn:microsoft.com/office/officeart/2018/2/layout/IconLabelList"/>
    <dgm:cxn modelId="{B99F7777-9D30-466B-87DD-C0CAFF77FC3A}" type="presParOf" srcId="{CD409905-E4BB-4D44-A44F-ADDF4A826C1C}" destId="{B4A2AD2C-9AE3-4AAB-9291-B6A0A06A2463}" srcOrd="1" destOrd="0" presId="urn:microsoft.com/office/officeart/2018/2/layout/IconLabelList"/>
    <dgm:cxn modelId="{0D4D1AB6-3FCF-4501-9C78-F5826393EFA7}" type="presParOf" srcId="{CD409905-E4BB-4D44-A44F-ADDF4A826C1C}" destId="{D2D00DFB-7332-430B-8996-333092A2E8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BB4872A-4F4B-4638-B0D2-7C8D1858D78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1042F20-1D07-46A9-A4B6-2610EBEBDF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Filter</a:t>
          </a:r>
        </a:p>
      </dgm:t>
    </dgm:pt>
    <dgm:pt modelId="{0FF0026E-EA7D-41F8-85B5-7BAD0F10CE2B}" type="parTrans" cxnId="{DB83059E-1472-4467-9362-E1C95F587510}">
      <dgm:prSet/>
      <dgm:spPr/>
      <dgm:t>
        <a:bodyPr/>
        <a:lstStyle/>
        <a:p>
          <a:endParaRPr lang="en-US"/>
        </a:p>
      </dgm:t>
    </dgm:pt>
    <dgm:pt modelId="{84E8C215-5B68-4F0A-B00D-1A423910CCC6}" type="sibTrans" cxnId="{DB83059E-1472-4467-9362-E1C95F587510}">
      <dgm:prSet/>
      <dgm:spPr/>
      <dgm:t>
        <a:bodyPr/>
        <a:lstStyle/>
        <a:p>
          <a:endParaRPr lang="en-US"/>
        </a:p>
      </dgm:t>
    </dgm:pt>
    <dgm:pt modelId="{E9243A08-C357-4EFE-89B0-53966EDF62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Cleaning</a:t>
          </a:r>
        </a:p>
      </dgm:t>
    </dgm:pt>
    <dgm:pt modelId="{AA78CB12-ED80-4574-91EE-7FFAE63CFA6A}" type="parTrans" cxnId="{205E8530-FE24-4769-BCF7-C3CA4CCF2FC5}">
      <dgm:prSet/>
      <dgm:spPr/>
      <dgm:t>
        <a:bodyPr/>
        <a:lstStyle/>
        <a:p>
          <a:endParaRPr lang="en-US"/>
        </a:p>
      </dgm:t>
    </dgm:pt>
    <dgm:pt modelId="{B12F6B49-3BF0-4B75-AB03-D1E41D4AE72F}" type="sibTrans" cxnId="{205E8530-FE24-4769-BCF7-C3CA4CCF2FC5}">
      <dgm:prSet/>
      <dgm:spPr/>
      <dgm:t>
        <a:bodyPr/>
        <a:lstStyle/>
        <a:p>
          <a:endParaRPr lang="en-US"/>
        </a:p>
      </dgm:t>
    </dgm:pt>
    <dgm:pt modelId="{AB36340F-693F-459E-ABBA-F9B9E85D2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Add fields</a:t>
          </a:r>
        </a:p>
      </dgm:t>
    </dgm:pt>
    <dgm:pt modelId="{96E44CC2-C41B-49A7-AA9A-75A6CC3F2A7C}" type="parTrans" cxnId="{136DCB8B-AA0D-4EAF-8FED-7FFFBEE4F4EC}">
      <dgm:prSet/>
      <dgm:spPr/>
      <dgm:t>
        <a:bodyPr/>
        <a:lstStyle/>
        <a:p>
          <a:endParaRPr lang="en-US"/>
        </a:p>
      </dgm:t>
    </dgm:pt>
    <dgm:pt modelId="{F31C4922-42E9-46E4-A6AD-DF2A3390C7E7}" type="sibTrans" cxnId="{136DCB8B-AA0D-4EAF-8FED-7FFFBEE4F4EC}">
      <dgm:prSet/>
      <dgm:spPr/>
      <dgm:t>
        <a:bodyPr/>
        <a:lstStyle/>
        <a:p>
          <a:endParaRPr lang="en-US"/>
        </a:p>
      </dgm:t>
    </dgm:pt>
    <dgm:pt modelId="{7EB2DADC-6EC1-4CA6-8DC9-6596DBD496F8}" type="pres">
      <dgm:prSet presAssocID="{EBB4872A-4F4B-4638-B0D2-7C8D1858D781}" presName="root" presStyleCnt="0">
        <dgm:presLayoutVars>
          <dgm:dir/>
          <dgm:resizeHandles val="exact"/>
        </dgm:presLayoutVars>
      </dgm:prSet>
      <dgm:spPr/>
    </dgm:pt>
    <dgm:pt modelId="{88BBF62F-CF27-452A-A3E6-A417B6270BE3}" type="pres">
      <dgm:prSet presAssocID="{E1042F20-1D07-46A9-A4B6-2610EBEBDF19}" presName="compNode" presStyleCnt="0"/>
      <dgm:spPr/>
    </dgm:pt>
    <dgm:pt modelId="{1311F018-074C-4F4D-9E53-38481399F221}" type="pres">
      <dgm:prSet presAssocID="{E1042F20-1D07-46A9-A4B6-2610EBEBDF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EE648B3-1825-474F-9A3B-4FA0A764D04F}" type="pres">
      <dgm:prSet presAssocID="{E1042F20-1D07-46A9-A4B6-2610EBEBDF19}" presName="spaceRect" presStyleCnt="0"/>
      <dgm:spPr/>
    </dgm:pt>
    <dgm:pt modelId="{FCF5C670-328F-4202-B181-56963872EDB4}" type="pres">
      <dgm:prSet presAssocID="{E1042F20-1D07-46A9-A4B6-2610EBEBDF19}" presName="textRect" presStyleLbl="revTx" presStyleIdx="0" presStyleCnt="3">
        <dgm:presLayoutVars>
          <dgm:chMax val="1"/>
          <dgm:chPref val="1"/>
        </dgm:presLayoutVars>
      </dgm:prSet>
      <dgm:spPr/>
    </dgm:pt>
    <dgm:pt modelId="{28031D4C-A20E-431B-AAD0-9B85A2A99240}" type="pres">
      <dgm:prSet presAssocID="{84E8C215-5B68-4F0A-B00D-1A423910CCC6}" presName="sibTrans" presStyleCnt="0"/>
      <dgm:spPr/>
    </dgm:pt>
    <dgm:pt modelId="{0AA0CF98-1432-4E83-9A99-8A2B46A9AAC1}" type="pres">
      <dgm:prSet presAssocID="{E9243A08-C357-4EFE-89B0-53966EDF6284}" presName="compNode" presStyleCnt="0"/>
      <dgm:spPr/>
    </dgm:pt>
    <dgm:pt modelId="{F60E4A39-740E-44EE-8788-2CADCF651200}" type="pres">
      <dgm:prSet presAssocID="{E9243A08-C357-4EFE-89B0-53966EDF62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D8471437-D2CC-41B1-B9CB-AFAFF83FE55D}" type="pres">
      <dgm:prSet presAssocID="{E9243A08-C357-4EFE-89B0-53966EDF6284}" presName="spaceRect" presStyleCnt="0"/>
      <dgm:spPr/>
    </dgm:pt>
    <dgm:pt modelId="{24EF232A-161F-452C-AC31-410DA7BFBF05}" type="pres">
      <dgm:prSet presAssocID="{E9243A08-C357-4EFE-89B0-53966EDF6284}" presName="textRect" presStyleLbl="revTx" presStyleIdx="1" presStyleCnt="3">
        <dgm:presLayoutVars>
          <dgm:chMax val="1"/>
          <dgm:chPref val="1"/>
        </dgm:presLayoutVars>
      </dgm:prSet>
      <dgm:spPr/>
    </dgm:pt>
    <dgm:pt modelId="{A1E3A96F-E1FF-48D4-BED7-7BB1EDD11F1B}" type="pres">
      <dgm:prSet presAssocID="{B12F6B49-3BF0-4B75-AB03-D1E41D4AE72F}" presName="sibTrans" presStyleCnt="0"/>
      <dgm:spPr/>
    </dgm:pt>
    <dgm:pt modelId="{77885282-1FAB-497A-BB18-7ECC146F346B}" type="pres">
      <dgm:prSet presAssocID="{AB36340F-693F-459E-ABBA-F9B9E85D242C}" presName="compNode" presStyleCnt="0"/>
      <dgm:spPr/>
    </dgm:pt>
    <dgm:pt modelId="{33FA35DC-4AC1-4003-9EF3-D7BE51710E61}" type="pres">
      <dgm:prSet presAssocID="{AB36340F-693F-459E-ABBA-F9B9E85D24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349A6B08-BA68-4AA1-A44D-0F59139AE62E}" type="pres">
      <dgm:prSet presAssocID="{AB36340F-693F-459E-ABBA-F9B9E85D242C}" presName="spaceRect" presStyleCnt="0"/>
      <dgm:spPr/>
    </dgm:pt>
    <dgm:pt modelId="{1EBD130E-C66A-472B-B4A9-435F55021C17}" type="pres">
      <dgm:prSet presAssocID="{AB36340F-693F-459E-ABBA-F9B9E85D24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D90D0E-A75F-4BB9-A962-9B8232592A45}" type="presOf" srcId="{E9243A08-C357-4EFE-89B0-53966EDF6284}" destId="{24EF232A-161F-452C-AC31-410DA7BFBF05}" srcOrd="0" destOrd="0" presId="urn:microsoft.com/office/officeart/2018/2/layout/IconLabelList"/>
    <dgm:cxn modelId="{205E8530-FE24-4769-BCF7-C3CA4CCF2FC5}" srcId="{EBB4872A-4F4B-4638-B0D2-7C8D1858D781}" destId="{E9243A08-C357-4EFE-89B0-53966EDF6284}" srcOrd="1" destOrd="0" parTransId="{AA78CB12-ED80-4574-91EE-7FFAE63CFA6A}" sibTransId="{B12F6B49-3BF0-4B75-AB03-D1E41D4AE72F}"/>
    <dgm:cxn modelId="{BE178565-ADD4-4F89-8B1C-04AF4949EC72}" type="presOf" srcId="{EBB4872A-4F4B-4638-B0D2-7C8D1858D781}" destId="{7EB2DADC-6EC1-4CA6-8DC9-6596DBD496F8}" srcOrd="0" destOrd="0" presId="urn:microsoft.com/office/officeart/2018/2/layout/IconLabelList"/>
    <dgm:cxn modelId="{136DCB8B-AA0D-4EAF-8FED-7FFFBEE4F4EC}" srcId="{EBB4872A-4F4B-4638-B0D2-7C8D1858D781}" destId="{AB36340F-693F-459E-ABBA-F9B9E85D242C}" srcOrd="2" destOrd="0" parTransId="{96E44CC2-C41B-49A7-AA9A-75A6CC3F2A7C}" sibTransId="{F31C4922-42E9-46E4-A6AD-DF2A3390C7E7}"/>
    <dgm:cxn modelId="{DB83059E-1472-4467-9362-E1C95F587510}" srcId="{EBB4872A-4F4B-4638-B0D2-7C8D1858D781}" destId="{E1042F20-1D07-46A9-A4B6-2610EBEBDF19}" srcOrd="0" destOrd="0" parTransId="{0FF0026E-EA7D-41F8-85B5-7BAD0F10CE2B}" sibTransId="{84E8C215-5B68-4F0A-B00D-1A423910CCC6}"/>
    <dgm:cxn modelId="{2AA396E1-AE26-4557-A8B4-4D009B62A00D}" type="presOf" srcId="{E1042F20-1D07-46A9-A4B6-2610EBEBDF19}" destId="{FCF5C670-328F-4202-B181-56963872EDB4}" srcOrd="0" destOrd="0" presId="urn:microsoft.com/office/officeart/2018/2/layout/IconLabelList"/>
    <dgm:cxn modelId="{E0D751F2-DCCF-495C-A02D-4501E3A47DA9}" type="presOf" srcId="{AB36340F-693F-459E-ABBA-F9B9E85D242C}" destId="{1EBD130E-C66A-472B-B4A9-435F55021C17}" srcOrd="0" destOrd="0" presId="urn:microsoft.com/office/officeart/2018/2/layout/IconLabelList"/>
    <dgm:cxn modelId="{C8937814-E2E9-4ED6-B591-B0B8760BBDBA}" type="presParOf" srcId="{7EB2DADC-6EC1-4CA6-8DC9-6596DBD496F8}" destId="{88BBF62F-CF27-452A-A3E6-A417B6270BE3}" srcOrd="0" destOrd="0" presId="urn:microsoft.com/office/officeart/2018/2/layout/IconLabelList"/>
    <dgm:cxn modelId="{3A9B5685-B8D9-46A4-AF55-A138D947EA3B}" type="presParOf" srcId="{88BBF62F-CF27-452A-A3E6-A417B6270BE3}" destId="{1311F018-074C-4F4D-9E53-38481399F221}" srcOrd="0" destOrd="0" presId="urn:microsoft.com/office/officeart/2018/2/layout/IconLabelList"/>
    <dgm:cxn modelId="{CEFB5D2C-C963-44DF-8CB1-45A0631F0419}" type="presParOf" srcId="{88BBF62F-CF27-452A-A3E6-A417B6270BE3}" destId="{1EE648B3-1825-474F-9A3B-4FA0A764D04F}" srcOrd="1" destOrd="0" presId="urn:microsoft.com/office/officeart/2018/2/layout/IconLabelList"/>
    <dgm:cxn modelId="{9EA4B5BA-56FF-43D1-9CA9-6B7FCCEFBCAC}" type="presParOf" srcId="{88BBF62F-CF27-452A-A3E6-A417B6270BE3}" destId="{FCF5C670-328F-4202-B181-56963872EDB4}" srcOrd="2" destOrd="0" presId="urn:microsoft.com/office/officeart/2018/2/layout/IconLabelList"/>
    <dgm:cxn modelId="{F2E22CFA-0246-42D9-A3FA-8163896B8741}" type="presParOf" srcId="{7EB2DADC-6EC1-4CA6-8DC9-6596DBD496F8}" destId="{28031D4C-A20E-431B-AAD0-9B85A2A99240}" srcOrd="1" destOrd="0" presId="urn:microsoft.com/office/officeart/2018/2/layout/IconLabelList"/>
    <dgm:cxn modelId="{F38003C2-9E2D-491B-91C1-8F8DDE52B58A}" type="presParOf" srcId="{7EB2DADC-6EC1-4CA6-8DC9-6596DBD496F8}" destId="{0AA0CF98-1432-4E83-9A99-8A2B46A9AAC1}" srcOrd="2" destOrd="0" presId="urn:microsoft.com/office/officeart/2018/2/layout/IconLabelList"/>
    <dgm:cxn modelId="{10B6583C-E588-4FFA-9CC3-1A024A10404B}" type="presParOf" srcId="{0AA0CF98-1432-4E83-9A99-8A2B46A9AAC1}" destId="{F60E4A39-740E-44EE-8788-2CADCF651200}" srcOrd="0" destOrd="0" presId="urn:microsoft.com/office/officeart/2018/2/layout/IconLabelList"/>
    <dgm:cxn modelId="{8E2EE98C-0DC0-45A8-B923-6B9B6110416A}" type="presParOf" srcId="{0AA0CF98-1432-4E83-9A99-8A2B46A9AAC1}" destId="{D8471437-D2CC-41B1-B9CB-AFAFF83FE55D}" srcOrd="1" destOrd="0" presId="urn:microsoft.com/office/officeart/2018/2/layout/IconLabelList"/>
    <dgm:cxn modelId="{5E8FCC74-A8FE-4F03-A29D-D25C10E68231}" type="presParOf" srcId="{0AA0CF98-1432-4E83-9A99-8A2B46A9AAC1}" destId="{24EF232A-161F-452C-AC31-410DA7BFBF05}" srcOrd="2" destOrd="0" presId="urn:microsoft.com/office/officeart/2018/2/layout/IconLabelList"/>
    <dgm:cxn modelId="{42E696C5-8C48-425B-B7F9-068D0D2D89AC}" type="presParOf" srcId="{7EB2DADC-6EC1-4CA6-8DC9-6596DBD496F8}" destId="{A1E3A96F-E1FF-48D4-BED7-7BB1EDD11F1B}" srcOrd="3" destOrd="0" presId="urn:microsoft.com/office/officeart/2018/2/layout/IconLabelList"/>
    <dgm:cxn modelId="{F793D642-3741-4BC6-AB5A-4A3854D86B4C}" type="presParOf" srcId="{7EB2DADC-6EC1-4CA6-8DC9-6596DBD496F8}" destId="{77885282-1FAB-497A-BB18-7ECC146F346B}" srcOrd="4" destOrd="0" presId="urn:microsoft.com/office/officeart/2018/2/layout/IconLabelList"/>
    <dgm:cxn modelId="{5B733530-313D-4995-A0CE-613DD265B468}" type="presParOf" srcId="{77885282-1FAB-497A-BB18-7ECC146F346B}" destId="{33FA35DC-4AC1-4003-9EF3-D7BE51710E61}" srcOrd="0" destOrd="0" presId="urn:microsoft.com/office/officeart/2018/2/layout/IconLabelList"/>
    <dgm:cxn modelId="{D21F27E8-3885-4466-865C-CC79A2832414}" type="presParOf" srcId="{77885282-1FAB-497A-BB18-7ECC146F346B}" destId="{349A6B08-BA68-4AA1-A44D-0F59139AE62E}" srcOrd="1" destOrd="0" presId="urn:microsoft.com/office/officeart/2018/2/layout/IconLabelList"/>
    <dgm:cxn modelId="{2506511C-71CD-4C4D-AB30-E3F05473D599}" type="presParOf" srcId="{77885282-1FAB-497A-BB18-7ECC146F346B}" destId="{1EBD130E-C66A-472B-B4A9-435F55021C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A6BE0AD-6FE2-4BB1-AF8A-F78AB30E28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9C429B-FF0B-49F5-B9C0-4D69CF282444}">
      <dgm:prSet/>
      <dgm:spPr/>
      <dgm:t>
        <a:bodyPr/>
        <a:lstStyle/>
        <a:p>
          <a:r>
            <a:rPr lang="en-US"/>
            <a:t>• Workbook()</a:t>
          </a:r>
        </a:p>
      </dgm:t>
    </dgm:pt>
    <dgm:pt modelId="{E37BA8D6-1C9C-4C4F-87BE-DB8592519BFA}" type="parTrans" cxnId="{7BF604AE-3EB3-41C9-84AB-F23641F1EDBD}">
      <dgm:prSet/>
      <dgm:spPr/>
      <dgm:t>
        <a:bodyPr/>
        <a:lstStyle/>
        <a:p>
          <a:endParaRPr lang="en-US"/>
        </a:p>
      </dgm:t>
    </dgm:pt>
    <dgm:pt modelId="{7722C109-E315-4990-87D9-E42AE2D8B7FD}" type="sibTrans" cxnId="{7BF604AE-3EB3-41C9-84AB-F23641F1EDBD}">
      <dgm:prSet/>
      <dgm:spPr/>
      <dgm:t>
        <a:bodyPr/>
        <a:lstStyle/>
        <a:p>
          <a:endParaRPr lang="en-US"/>
        </a:p>
      </dgm:t>
    </dgm:pt>
    <dgm:pt modelId="{FE4A1C36-7A71-44D7-BC0B-AEC5E03F4868}">
      <dgm:prSet/>
      <dgm:spPr/>
      <dgm:t>
        <a:bodyPr/>
        <a:lstStyle/>
        <a:p>
          <a:r>
            <a:rPr lang="en-US"/>
            <a:t>• append()</a:t>
          </a:r>
        </a:p>
      </dgm:t>
    </dgm:pt>
    <dgm:pt modelId="{DF0D011E-ED9B-4A0C-A391-F8276338969B}" type="parTrans" cxnId="{383139F4-AAD1-4D35-BF97-FE75ED9BCF51}">
      <dgm:prSet/>
      <dgm:spPr/>
      <dgm:t>
        <a:bodyPr/>
        <a:lstStyle/>
        <a:p>
          <a:endParaRPr lang="en-US"/>
        </a:p>
      </dgm:t>
    </dgm:pt>
    <dgm:pt modelId="{B2D293B7-85A5-46AF-899B-B2532803DF38}" type="sibTrans" cxnId="{383139F4-AAD1-4D35-BF97-FE75ED9BCF51}">
      <dgm:prSet/>
      <dgm:spPr/>
      <dgm:t>
        <a:bodyPr/>
        <a:lstStyle/>
        <a:p>
          <a:endParaRPr lang="en-US"/>
        </a:p>
      </dgm:t>
    </dgm:pt>
    <dgm:pt modelId="{41F376B2-7CAF-42BC-B460-CEF035C96C5E}">
      <dgm:prSet/>
      <dgm:spPr/>
      <dgm:t>
        <a:bodyPr/>
        <a:lstStyle/>
        <a:p>
          <a:r>
            <a:rPr lang="en-US"/>
            <a:t>• save()</a:t>
          </a:r>
        </a:p>
      </dgm:t>
    </dgm:pt>
    <dgm:pt modelId="{E36C47C4-C860-48ED-9ED3-64EC795C7A84}" type="parTrans" cxnId="{3CDEAB02-6623-423A-BD8B-14C05BDD5954}">
      <dgm:prSet/>
      <dgm:spPr/>
      <dgm:t>
        <a:bodyPr/>
        <a:lstStyle/>
        <a:p>
          <a:endParaRPr lang="en-US"/>
        </a:p>
      </dgm:t>
    </dgm:pt>
    <dgm:pt modelId="{746FBCE0-00D3-43D9-BC3B-C1A1CA753721}" type="sibTrans" cxnId="{3CDEAB02-6623-423A-BD8B-14C05BDD5954}">
      <dgm:prSet/>
      <dgm:spPr/>
      <dgm:t>
        <a:bodyPr/>
        <a:lstStyle/>
        <a:p>
          <a:endParaRPr lang="en-US"/>
        </a:p>
      </dgm:t>
    </dgm:pt>
    <dgm:pt modelId="{E1F8F2A7-3C81-408A-8CD3-92F3FC212A3F}" type="pres">
      <dgm:prSet presAssocID="{FA6BE0AD-6FE2-4BB1-AF8A-F78AB30E28F4}" presName="root" presStyleCnt="0">
        <dgm:presLayoutVars>
          <dgm:dir/>
          <dgm:resizeHandles val="exact"/>
        </dgm:presLayoutVars>
      </dgm:prSet>
      <dgm:spPr/>
    </dgm:pt>
    <dgm:pt modelId="{5BE9F738-D9B8-4844-8C58-4660574A5377}" type="pres">
      <dgm:prSet presAssocID="{589C429B-FF0B-49F5-B9C0-4D69CF282444}" presName="compNode" presStyleCnt="0"/>
      <dgm:spPr/>
    </dgm:pt>
    <dgm:pt modelId="{440478DD-F5A2-4623-B046-133995E082E2}" type="pres">
      <dgm:prSet presAssocID="{589C429B-FF0B-49F5-B9C0-4D69CF282444}" presName="bgRect" presStyleLbl="bgShp" presStyleIdx="0" presStyleCnt="3"/>
      <dgm:spPr/>
    </dgm:pt>
    <dgm:pt modelId="{8D9468D3-4FD1-4A5E-9474-4F1B189A2EAE}" type="pres">
      <dgm:prSet presAssocID="{589C429B-FF0B-49F5-B9C0-4D69CF2824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4A413C6C-759B-43CF-B8E4-FB754C7C44ED}" type="pres">
      <dgm:prSet presAssocID="{589C429B-FF0B-49F5-B9C0-4D69CF282444}" presName="spaceRect" presStyleCnt="0"/>
      <dgm:spPr/>
    </dgm:pt>
    <dgm:pt modelId="{65CE1DF3-3AB2-44D0-908F-098AAB88CC7E}" type="pres">
      <dgm:prSet presAssocID="{589C429B-FF0B-49F5-B9C0-4D69CF282444}" presName="parTx" presStyleLbl="revTx" presStyleIdx="0" presStyleCnt="3">
        <dgm:presLayoutVars>
          <dgm:chMax val="0"/>
          <dgm:chPref val="0"/>
        </dgm:presLayoutVars>
      </dgm:prSet>
      <dgm:spPr/>
    </dgm:pt>
    <dgm:pt modelId="{78F5F0A2-8A13-4CB8-B0B6-99F9F586AD53}" type="pres">
      <dgm:prSet presAssocID="{7722C109-E315-4990-87D9-E42AE2D8B7FD}" presName="sibTrans" presStyleCnt="0"/>
      <dgm:spPr/>
    </dgm:pt>
    <dgm:pt modelId="{013F55DB-F2A7-4964-A868-B829265A4433}" type="pres">
      <dgm:prSet presAssocID="{FE4A1C36-7A71-44D7-BC0B-AEC5E03F4868}" presName="compNode" presStyleCnt="0"/>
      <dgm:spPr/>
    </dgm:pt>
    <dgm:pt modelId="{14D660DA-DC4D-4CED-A1DD-F6C94FD8F9B7}" type="pres">
      <dgm:prSet presAssocID="{FE4A1C36-7A71-44D7-BC0B-AEC5E03F4868}" presName="bgRect" presStyleLbl="bgShp" presStyleIdx="1" presStyleCnt="3"/>
      <dgm:spPr/>
    </dgm:pt>
    <dgm:pt modelId="{53DE8B28-34B9-4688-B81D-8299127C1693}" type="pres">
      <dgm:prSet presAssocID="{FE4A1C36-7A71-44D7-BC0B-AEC5E03F486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C068DEE-2310-419A-9E7F-2710723B1E06}" type="pres">
      <dgm:prSet presAssocID="{FE4A1C36-7A71-44D7-BC0B-AEC5E03F4868}" presName="spaceRect" presStyleCnt="0"/>
      <dgm:spPr/>
    </dgm:pt>
    <dgm:pt modelId="{57325809-A9D9-459E-AF95-A1FA2940E7DD}" type="pres">
      <dgm:prSet presAssocID="{FE4A1C36-7A71-44D7-BC0B-AEC5E03F4868}" presName="parTx" presStyleLbl="revTx" presStyleIdx="1" presStyleCnt="3">
        <dgm:presLayoutVars>
          <dgm:chMax val="0"/>
          <dgm:chPref val="0"/>
        </dgm:presLayoutVars>
      </dgm:prSet>
      <dgm:spPr/>
    </dgm:pt>
    <dgm:pt modelId="{A6ECF489-0BF9-42F1-8DA0-AE67CEBFE90B}" type="pres">
      <dgm:prSet presAssocID="{B2D293B7-85A5-46AF-899B-B2532803DF38}" presName="sibTrans" presStyleCnt="0"/>
      <dgm:spPr/>
    </dgm:pt>
    <dgm:pt modelId="{3BFCB9DB-600B-4698-8D51-C8260157F18C}" type="pres">
      <dgm:prSet presAssocID="{41F376B2-7CAF-42BC-B460-CEF035C96C5E}" presName="compNode" presStyleCnt="0"/>
      <dgm:spPr/>
    </dgm:pt>
    <dgm:pt modelId="{E85C3CBD-B90A-492E-BFA4-F134E134D7EC}" type="pres">
      <dgm:prSet presAssocID="{41F376B2-7CAF-42BC-B460-CEF035C96C5E}" presName="bgRect" presStyleLbl="bgShp" presStyleIdx="2" presStyleCnt="3"/>
      <dgm:spPr/>
    </dgm:pt>
    <dgm:pt modelId="{9FBE708B-AA5B-4DC8-BDA2-826C116C37FA}" type="pres">
      <dgm:prSet presAssocID="{41F376B2-7CAF-42BC-B460-CEF035C96C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9647B52-92BB-42DC-86C0-5DDDC39BC3CD}" type="pres">
      <dgm:prSet presAssocID="{41F376B2-7CAF-42BC-B460-CEF035C96C5E}" presName="spaceRect" presStyleCnt="0"/>
      <dgm:spPr/>
    </dgm:pt>
    <dgm:pt modelId="{52324F5C-3C7C-4F6F-A2AD-EE7CBFE3ECF0}" type="pres">
      <dgm:prSet presAssocID="{41F376B2-7CAF-42BC-B460-CEF035C96C5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CDEAB02-6623-423A-BD8B-14C05BDD5954}" srcId="{FA6BE0AD-6FE2-4BB1-AF8A-F78AB30E28F4}" destId="{41F376B2-7CAF-42BC-B460-CEF035C96C5E}" srcOrd="2" destOrd="0" parTransId="{E36C47C4-C860-48ED-9ED3-64EC795C7A84}" sibTransId="{746FBCE0-00D3-43D9-BC3B-C1A1CA753721}"/>
    <dgm:cxn modelId="{BD6B497E-08CB-4FA7-8C3D-42DF50DC9331}" type="presOf" srcId="{589C429B-FF0B-49F5-B9C0-4D69CF282444}" destId="{65CE1DF3-3AB2-44D0-908F-098AAB88CC7E}" srcOrd="0" destOrd="0" presId="urn:microsoft.com/office/officeart/2018/2/layout/IconVerticalSolidList"/>
    <dgm:cxn modelId="{6960DD96-10C1-48E1-8E6F-5A5828B63DE1}" type="presOf" srcId="{FE4A1C36-7A71-44D7-BC0B-AEC5E03F4868}" destId="{57325809-A9D9-459E-AF95-A1FA2940E7DD}" srcOrd="0" destOrd="0" presId="urn:microsoft.com/office/officeart/2018/2/layout/IconVerticalSolidList"/>
    <dgm:cxn modelId="{6FFAF49B-EFA2-475A-B564-5A188F5FD9C1}" type="presOf" srcId="{FA6BE0AD-6FE2-4BB1-AF8A-F78AB30E28F4}" destId="{E1F8F2A7-3C81-408A-8CD3-92F3FC212A3F}" srcOrd="0" destOrd="0" presId="urn:microsoft.com/office/officeart/2018/2/layout/IconVerticalSolidList"/>
    <dgm:cxn modelId="{7BF604AE-3EB3-41C9-84AB-F23641F1EDBD}" srcId="{FA6BE0AD-6FE2-4BB1-AF8A-F78AB30E28F4}" destId="{589C429B-FF0B-49F5-B9C0-4D69CF282444}" srcOrd="0" destOrd="0" parTransId="{E37BA8D6-1C9C-4C4F-87BE-DB8592519BFA}" sibTransId="{7722C109-E315-4990-87D9-E42AE2D8B7FD}"/>
    <dgm:cxn modelId="{03550EB4-6EF3-447F-B1A6-F426A62051D4}" type="presOf" srcId="{41F376B2-7CAF-42BC-B460-CEF035C96C5E}" destId="{52324F5C-3C7C-4F6F-A2AD-EE7CBFE3ECF0}" srcOrd="0" destOrd="0" presId="urn:microsoft.com/office/officeart/2018/2/layout/IconVerticalSolidList"/>
    <dgm:cxn modelId="{383139F4-AAD1-4D35-BF97-FE75ED9BCF51}" srcId="{FA6BE0AD-6FE2-4BB1-AF8A-F78AB30E28F4}" destId="{FE4A1C36-7A71-44D7-BC0B-AEC5E03F4868}" srcOrd="1" destOrd="0" parTransId="{DF0D011E-ED9B-4A0C-A391-F8276338969B}" sibTransId="{B2D293B7-85A5-46AF-899B-B2532803DF38}"/>
    <dgm:cxn modelId="{BB7A188F-BB1C-42BE-A6BB-55CF5515D40C}" type="presParOf" srcId="{E1F8F2A7-3C81-408A-8CD3-92F3FC212A3F}" destId="{5BE9F738-D9B8-4844-8C58-4660574A5377}" srcOrd="0" destOrd="0" presId="urn:microsoft.com/office/officeart/2018/2/layout/IconVerticalSolidList"/>
    <dgm:cxn modelId="{6FA20632-ECDE-440D-A534-94A9D16A5AE5}" type="presParOf" srcId="{5BE9F738-D9B8-4844-8C58-4660574A5377}" destId="{440478DD-F5A2-4623-B046-133995E082E2}" srcOrd="0" destOrd="0" presId="urn:microsoft.com/office/officeart/2018/2/layout/IconVerticalSolidList"/>
    <dgm:cxn modelId="{945B3D4C-CCC7-4D86-91BF-C293C8DE974B}" type="presParOf" srcId="{5BE9F738-D9B8-4844-8C58-4660574A5377}" destId="{8D9468D3-4FD1-4A5E-9474-4F1B189A2EAE}" srcOrd="1" destOrd="0" presId="urn:microsoft.com/office/officeart/2018/2/layout/IconVerticalSolidList"/>
    <dgm:cxn modelId="{871A0A36-DA80-4444-A8CE-ED59CEF3EEE8}" type="presParOf" srcId="{5BE9F738-D9B8-4844-8C58-4660574A5377}" destId="{4A413C6C-759B-43CF-B8E4-FB754C7C44ED}" srcOrd="2" destOrd="0" presId="urn:microsoft.com/office/officeart/2018/2/layout/IconVerticalSolidList"/>
    <dgm:cxn modelId="{C7F95FC2-52BE-4D15-A157-E227C2DD9A91}" type="presParOf" srcId="{5BE9F738-D9B8-4844-8C58-4660574A5377}" destId="{65CE1DF3-3AB2-44D0-908F-098AAB88CC7E}" srcOrd="3" destOrd="0" presId="urn:microsoft.com/office/officeart/2018/2/layout/IconVerticalSolidList"/>
    <dgm:cxn modelId="{1B4C8E9E-0A2D-426E-90A7-C3F7B14F8852}" type="presParOf" srcId="{E1F8F2A7-3C81-408A-8CD3-92F3FC212A3F}" destId="{78F5F0A2-8A13-4CB8-B0B6-99F9F586AD53}" srcOrd="1" destOrd="0" presId="urn:microsoft.com/office/officeart/2018/2/layout/IconVerticalSolidList"/>
    <dgm:cxn modelId="{14E87A3C-BC6B-4554-A195-C5917F2FBE97}" type="presParOf" srcId="{E1F8F2A7-3C81-408A-8CD3-92F3FC212A3F}" destId="{013F55DB-F2A7-4964-A868-B829265A4433}" srcOrd="2" destOrd="0" presId="urn:microsoft.com/office/officeart/2018/2/layout/IconVerticalSolidList"/>
    <dgm:cxn modelId="{025885EA-091D-4EBB-A074-C0089C3B7360}" type="presParOf" srcId="{013F55DB-F2A7-4964-A868-B829265A4433}" destId="{14D660DA-DC4D-4CED-A1DD-F6C94FD8F9B7}" srcOrd="0" destOrd="0" presId="urn:microsoft.com/office/officeart/2018/2/layout/IconVerticalSolidList"/>
    <dgm:cxn modelId="{C743FE52-B22A-409C-87EB-CDFFB042120F}" type="presParOf" srcId="{013F55DB-F2A7-4964-A868-B829265A4433}" destId="{53DE8B28-34B9-4688-B81D-8299127C1693}" srcOrd="1" destOrd="0" presId="urn:microsoft.com/office/officeart/2018/2/layout/IconVerticalSolidList"/>
    <dgm:cxn modelId="{21C9C7BB-6F25-484B-ABDF-0AE9B1956A24}" type="presParOf" srcId="{013F55DB-F2A7-4964-A868-B829265A4433}" destId="{FC068DEE-2310-419A-9E7F-2710723B1E06}" srcOrd="2" destOrd="0" presId="urn:microsoft.com/office/officeart/2018/2/layout/IconVerticalSolidList"/>
    <dgm:cxn modelId="{BB839484-044F-43E9-80DC-07E86E81C3CA}" type="presParOf" srcId="{013F55DB-F2A7-4964-A868-B829265A4433}" destId="{57325809-A9D9-459E-AF95-A1FA2940E7DD}" srcOrd="3" destOrd="0" presId="urn:microsoft.com/office/officeart/2018/2/layout/IconVerticalSolidList"/>
    <dgm:cxn modelId="{FE3D27DB-0C2A-487A-A807-27EFC731041B}" type="presParOf" srcId="{E1F8F2A7-3C81-408A-8CD3-92F3FC212A3F}" destId="{A6ECF489-0BF9-42F1-8DA0-AE67CEBFE90B}" srcOrd="3" destOrd="0" presId="urn:microsoft.com/office/officeart/2018/2/layout/IconVerticalSolidList"/>
    <dgm:cxn modelId="{314E2258-8B01-4BD7-8F24-13CB1C250F8F}" type="presParOf" srcId="{E1F8F2A7-3C81-408A-8CD3-92F3FC212A3F}" destId="{3BFCB9DB-600B-4698-8D51-C8260157F18C}" srcOrd="4" destOrd="0" presId="urn:microsoft.com/office/officeart/2018/2/layout/IconVerticalSolidList"/>
    <dgm:cxn modelId="{991A3D85-A53E-479F-8C91-7D5C692FF548}" type="presParOf" srcId="{3BFCB9DB-600B-4698-8D51-C8260157F18C}" destId="{E85C3CBD-B90A-492E-BFA4-F134E134D7EC}" srcOrd="0" destOrd="0" presId="urn:microsoft.com/office/officeart/2018/2/layout/IconVerticalSolidList"/>
    <dgm:cxn modelId="{2E16B218-09EF-4AB0-92AD-F32D400F0A99}" type="presParOf" srcId="{3BFCB9DB-600B-4698-8D51-C8260157F18C}" destId="{9FBE708B-AA5B-4DC8-BDA2-826C116C37FA}" srcOrd="1" destOrd="0" presId="urn:microsoft.com/office/officeart/2018/2/layout/IconVerticalSolidList"/>
    <dgm:cxn modelId="{ADF0A43D-D1F7-401E-834C-578A8264C5F7}" type="presParOf" srcId="{3BFCB9DB-600B-4698-8D51-C8260157F18C}" destId="{A9647B52-92BB-42DC-86C0-5DDDC39BC3CD}" srcOrd="2" destOrd="0" presId="urn:microsoft.com/office/officeart/2018/2/layout/IconVerticalSolidList"/>
    <dgm:cxn modelId="{309D69B4-67F7-4CDF-8696-B03F5372077A}" type="presParOf" srcId="{3BFCB9DB-600B-4698-8D51-C8260157F18C}" destId="{52324F5C-3C7C-4F6F-A2AD-EE7CBFE3EC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D4A50CF-5AA8-40FA-81C1-266D4D467D3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17CB32-9327-4F0D-B0F4-E665D33BE9FF}">
      <dgm:prSet/>
      <dgm:spPr/>
      <dgm:t>
        <a:bodyPr/>
        <a:lstStyle/>
        <a:p>
          <a:r>
            <a:rPr lang="en-US"/>
            <a:t>Load → </a:t>
          </a:r>
        </a:p>
      </dgm:t>
    </dgm:pt>
    <dgm:pt modelId="{544C2AA0-8C8B-4914-8387-E3E0C4C994FD}" type="parTrans" cxnId="{529BCCAA-C4A3-486B-AB3A-7ABD7621E0AD}">
      <dgm:prSet/>
      <dgm:spPr/>
      <dgm:t>
        <a:bodyPr/>
        <a:lstStyle/>
        <a:p>
          <a:endParaRPr lang="en-US"/>
        </a:p>
      </dgm:t>
    </dgm:pt>
    <dgm:pt modelId="{C3EE95F0-4D97-4C12-9573-3BB9E04FB2FA}" type="sibTrans" cxnId="{529BCCAA-C4A3-486B-AB3A-7ABD7621E0AD}">
      <dgm:prSet/>
      <dgm:spPr/>
      <dgm:t>
        <a:bodyPr/>
        <a:lstStyle/>
        <a:p>
          <a:endParaRPr lang="en-US"/>
        </a:p>
      </dgm:t>
    </dgm:pt>
    <dgm:pt modelId="{5DB182F8-6BEA-42D8-9C15-CF5D1BB99FAD}">
      <dgm:prSet/>
      <dgm:spPr/>
      <dgm:t>
        <a:bodyPr/>
        <a:lstStyle/>
        <a:p>
          <a:r>
            <a:rPr lang="en-US"/>
            <a:t>Dicts → </a:t>
          </a:r>
        </a:p>
      </dgm:t>
    </dgm:pt>
    <dgm:pt modelId="{616D4E68-85A9-4DFA-B17F-C0398DA459C9}" type="parTrans" cxnId="{1EFEFA96-B7F9-4D33-9AC3-3B588F0E1EE3}">
      <dgm:prSet/>
      <dgm:spPr/>
      <dgm:t>
        <a:bodyPr/>
        <a:lstStyle/>
        <a:p>
          <a:endParaRPr lang="en-US"/>
        </a:p>
      </dgm:t>
    </dgm:pt>
    <dgm:pt modelId="{CA44B851-DAC7-44F2-8622-18467564D6BD}" type="sibTrans" cxnId="{1EFEFA96-B7F9-4D33-9AC3-3B588F0E1EE3}">
      <dgm:prSet/>
      <dgm:spPr/>
      <dgm:t>
        <a:bodyPr/>
        <a:lstStyle/>
        <a:p>
          <a:endParaRPr lang="en-US"/>
        </a:p>
      </dgm:t>
    </dgm:pt>
    <dgm:pt modelId="{0EE06918-2E52-48B4-972C-30706CBC1C5D}">
      <dgm:prSet/>
      <dgm:spPr/>
      <dgm:t>
        <a:bodyPr/>
        <a:lstStyle/>
        <a:p>
          <a:r>
            <a:rPr lang="en-US"/>
            <a:t>Modify → </a:t>
          </a:r>
        </a:p>
      </dgm:t>
    </dgm:pt>
    <dgm:pt modelId="{8F27EFC0-21BE-40C6-88B1-7E3FDA4CC9C5}" type="parTrans" cxnId="{AB841FF8-50E6-42E3-9CAB-FFC4C4F6A3A8}">
      <dgm:prSet/>
      <dgm:spPr/>
      <dgm:t>
        <a:bodyPr/>
        <a:lstStyle/>
        <a:p>
          <a:endParaRPr lang="en-US"/>
        </a:p>
      </dgm:t>
    </dgm:pt>
    <dgm:pt modelId="{2286ABD0-316F-4EB7-88AC-F06F652511CA}" type="sibTrans" cxnId="{AB841FF8-50E6-42E3-9CAB-FFC4C4F6A3A8}">
      <dgm:prSet/>
      <dgm:spPr/>
      <dgm:t>
        <a:bodyPr/>
        <a:lstStyle/>
        <a:p>
          <a:endParaRPr lang="en-US"/>
        </a:p>
      </dgm:t>
    </dgm:pt>
    <dgm:pt modelId="{C5F7890D-AB08-434C-9C6E-4C8478D6B9E3}">
      <dgm:prSet/>
      <dgm:spPr/>
      <dgm:t>
        <a:bodyPr/>
        <a:lstStyle/>
        <a:p>
          <a:r>
            <a:rPr lang="en-US"/>
            <a:t>Save</a:t>
          </a:r>
        </a:p>
      </dgm:t>
    </dgm:pt>
    <dgm:pt modelId="{712FEACA-DDC5-44F0-8697-EC9257BF6472}" type="parTrans" cxnId="{6E74DB18-BC2F-4F37-8449-F8766BB85F80}">
      <dgm:prSet/>
      <dgm:spPr/>
      <dgm:t>
        <a:bodyPr/>
        <a:lstStyle/>
        <a:p>
          <a:endParaRPr lang="en-US"/>
        </a:p>
      </dgm:t>
    </dgm:pt>
    <dgm:pt modelId="{7F0D540D-D5FE-4E83-B462-44E002DF133D}" type="sibTrans" cxnId="{6E74DB18-BC2F-4F37-8449-F8766BB85F80}">
      <dgm:prSet/>
      <dgm:spPr/>
      <dgm:t>
        <a:bodyPr/>
        <a:lstStyle/>
        <a:p>
          <a:endParaRPr lang="en-US"/>
        </a:p>
      </dgm:t>
    </dgm:pt>
    <dgm:pt modelId="{080222D2-2FA4-49A7-9C87-A62082921E29}" type="pres">
      <dgm:prSet presAssocID="{AD4A50CF-5AA8-40FA-81C1-266D4D467D3D}" presName="matrix" presStyleCnt="0">
        <dgm:presLayoutVars>
          <dgm:chMax val="1"/>
          <dgm:dir/>
          <dgm:resizeHandles val="exact"/>
        </dgm:presLayoutVars>
      </dgm:prSet>
      <dgm:spPr/>
    </dgm:pt>
    <dgm:pt modelId="{E5936E6E-3D9B-42D5-8A75-0B43F9BAE433}" type="pres">
      <dgm:prSet presAssocID="{AD4A50CF-5AA8-40FA-81C1-266D4D467D3D}" presName="diamond" presStyleLbl="bgShp" presStyleIdx="0" presStyleCnt="1"/>
      <dgm:spPr/>
    </dgm:pt>
    <dgm:pt modelId="{5B08F9D5-9CAC-4908-8279-A8F73B5291F2}" type="pres">
      <dgm:prSet presAssocID="{AD4A50CF-5AA8-40FA-81C1-266D4D467D3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F8DEA32-5C93-4FD7-9CBB-B3F1879429F8}" type="pres">
      <dgm:prSet presAssocID="{AD4A50CF-5AA8-40FA-81C1-266D4D467D3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AB9A57F-38EB-4439-BCEE-4B31FD433CA3}" type="pres">
      <dgm:prSet presAssocID="{AD4A50CF-5AA8-40FA-81C1-266D4D467D3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24802BF-DC91-4E01-A926-FE4A054CBFFB}" type="pres">
      <dgm:prSet presAssocID="{AD4A50CF-5AA8-40FA-81C1-266D4D467D3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E74DB18-BC2F-4F37-8449-F8766BB85F80}" srcId="{AD4A50CF-5AA8-40FA-81C1-266D4D467D3D}" destId="{C5F7890D-AB08-434C-9C6E-4C8478D6B9E3}" srcOrd="3" destOrd="0" parTransId="{712FEACA-DDC5-44F0-8697-EC9257BF6472}" sibTransId="{7F0D540D-D5FE-4E83-B462-44E002DF133D}"/>
    <dgm:cxn modelId="{C6C5512C-0056-4829-89EF-A1506CF7F26C}" type="presOf" srcId="{5DB182F8-6BEA-42D8-9C15-CF5D1BB99FAD}" destId="{EF8DEA32-5C93-4FD7-9CBB-B3F1879429F8}" srcOrd="0" destOrd="0" presId="urn:microsoft.com/office/officeart/2005/8/layout/matrix3"/>
    <dgm:cxn modelId="{6DB81E41-C537-4439-A388-8CC7394785F3}" type="presOf" srcId="{C5F7890D-AB08-434C-9C6E-4C8478D6B9E3}" destId="{E24802BF-DC91-4E01-A926-FE4A054CBFFB}" srcOrd="0" destOrd="0" presId="urn:microsoft.com/office/officeart/2005/8/layout/matrix3"/>
    <dgm:cxn modelId="{A4798355-28CD-4940-8ECD-7CEE781AAB47}" type="presOf" srcId="{5717CB32-9327-4F0D-B0F4-E665D33BE9FF}" destId="{5B08F9D5-9CAC-4908-8279-A8F73B5291F2}" srcOrd="0" destOrd="0" presId="urn:microsoft.com/office/officeart/2005/8/layout/matrix3"/>
    <dgm:cxn modelId="{1EFEFA96-B7F9-4D33-9AC3-3B588F0E1EE3}" srcId="{AD4A50CF-5AA8-40FA-81C1-266D4D467D3D}" destId="{5DB182F8-6BEA-42D8-9C15-CF5D1BB99FAD}" srcOrd="1" destOrd="0" parTransId="{616D4E68-85A9-4DFA-B17F-C0398DA459C9}" sibTransId="{CA44B851-DAC7-44F2-8622-18467564D6BD}"/>
    <dgm:cxn modelId="{4410219C-C96F-4E2D-90A1-BA2CBE452706}" type="presOf" srcId="{AD4A50CF-5AA8-40FA-81C1-266D4D467D3D}" destId="{080222D2-2FA4-49A7-9C87-A62082921E29}" srcOrd="0" destOrd="0" presId="urn:microsoft.com/office/officeart/2005/8/layout/matrix3"/>
    <dgm:cxn modelId="{529BCCAA-C4A3-486B-AB3A-7ABD7621E0AD}" srcId="{AD4A50CF-5AA8-40FA-81C1-266D4D467D3D}" destId="{5717CB32-9327-4F0D-B0F4-E665D33BE9FF}" srcOrd="0" destOrd="0" parTransId="{544C2AA0-8C8B-4914-8387-E3E0C4C994FD}" sibTransId="{C3EE95F0-4D97-4C12-9573-3BB9E04FB2FA}"/>
    <dgm:cxn modelId="{F0931DEB-0AC1-48CB-95F8-98F114DB4C69}" type="presOf" srcId="{0EE06918-2E52-48B4-972C-30706CBC1C5D}" destId="{3AB9A57F-38EB-4439-BCEE-4B31FD433CA3}" srcOrd="0" destOrd="0" presId="urn:microsoft.com/office/officeart/2005/8/layout/matrix3"/>
    <dgm:cxn modelId="{AB841FF8-50E6-42E3-9CAB-FFC4C4F6A3A8}" srcId="{AD4A50CF-5AA8-40FA-81C1-266D4D467D3D}" destId="{0EE06918-2E52-48B4-972C-30706CBC1C5D}" srcOrd="2" destOrd="0" parTransId="{8F27EFC0-21BE-40C6-88B1-7E3FDA4CC9C5}" sibTransId="{2286ABD0-316F-4EB7-88AC-F06F652511CA}"/>
    <dgm:cxn modelId="{7FA49C74-5807-4BC5-AED2-47D646A132AA}" type="presParOf" srcId="{080222D2-2FA4-49A7-9C87-A62082921E29}" destId="{E5936E6E-3D9B-42D5-8A75-0B43F9BAE433}" srcOrd="0" destOrd="0" presId="urn:microsoft.com/office/officeart/2005/8/layout/matrix3"/>
    <dgm:cxn modelId="{E96DF5B1-D045-4918-85FA-6D2F769BC41B}" type="presParOf" srcId="{080222D2-2FA4-49A7-9C87-A62082921E29}" destId="{5B08F9D5-9CAC-4908-8279-A8F73B5291F2}" srcOrd="1" destOrd="0" presId="urn:microsoft.com/office/officeart/2005/8/layout/matrix3"/>
    <dgm:cxn modelId="{008C5DC2-1ECD-4468-9135-70D295F288AA}" type="presParOf" srcId="{080222D2-2FA4-49A7-9C87-A62082921E29}" destId="{EF8DEA32-5C93-4FD7-9CBB-B3F1879429F8}" srcOrd="2" destOrd="0" presId="urn:microsoft.com/office/officeart/2005/8/layout/matrix3"/>
    <dgm:cxn modelId="{5EF2CB2F-A6B5-4808-A5B9-A1CC1655B2DF}" type="presParOf" srcId="{080222D2-2FA4-49A7-9C87-A62082921E29}" destId="{3AB9A57F-38EB-4439-BCEE-4B31FD433CA3}" srcOrd="3" destOrd="0" presId="urn:microsoft.com/office/officeart/2005/8/layout/matrix3"/>
    <dgm:cxn modelId="{064D08C6-DF53-4475-9620-D74A1673EF05}" type="presParOf" srcId="{080222D2-2FA4-49A7-9C87-A62082921E29}" destId="{E24802BF-DC91-4E01-A926-FE4A054CBFF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F2A25F9-4284-4588-AE5D-BB0F96F0EF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77F1F2-8E03-49C9-9D00-15679F3BD428}">
      <dgm:prSet/>
      <dgm:spPr/>
      <dgm:t>
        <a:bodyPr/>
        <a:lstStyle/>
        <a:p>
          <a:r>
            <a:rPr lang="en-US"/>
            <a:t>• Multi-sheet</a:t>
          </a:r>
        </a:p>
      </dgm:t>
    </dgm:pt>
    <dgm:pt modelId="{BEDF7846-6349-46B6-9906-49A76FF29150}" type="parTrans" cxnId="{ADC622E6-247C-4A09-A1F5-6C4F38DDC7B7}">
      <dgm:prSet/>
      <dgm:spPr/>
      <dgm:t>
        <a:bodyPr/>
        <a:lstStyle/>
        <a:p>
          <a:endParaRPr lang="en-US"/>
        </a:p>
      </dgm:t>
    </dgm:pt>
    <dgm:pt modelId="{B424F7D8-485C-4931-87CD-170F746CB53E}" type="sibTrans" cxnId="{ADC622E6-247C-4A09-A1F5-6C4F38DDC7B7}">
      <dgm:prSet/>
      <dgm:spPr/>
      <dgm:t>
        <a:bodyPr/>
        <a:lstStyle/>
        <a:p>
          <a:endParaRPr lang="en-US"/>
        </a:p>
      </dgm:t>
    </dgm:pt>
    <dgm:pt modelId="{C8AE3A26-5F2A-4E12-A676-37FABDFC09C9}">
      <dgm:prSet/>
      <dgm:spPr/>
      <dgm:t>
        <a:bodyPr/>
        <a:lstStyle/>
        <a:p>
          <a:r>
            <a:rPr lang="en-US"/>
            <a:t>• Formulas</a:t>
          </a:r>
        </a:p>
      </dgm:t>
    </dgm:pt>
    <dgm:pt modelId="{D1F098B2-E182-4D76-8995-FC6388FAEDE2}" type="parTrans" cxnId="{CA582F53-9BC5-40C9-835B-31B89ABC8E4B}">
      <dgm:prSet/>
      <dgm:spPr/>
      <dgm:t>
        <a:bodyPr/>
        <a:lstStyle/>
        <a:p>
          <a:endParaRPr lang="en-US"/>
        </a:p>
      </dgm:t>
    </dgm:pt>
    <dgm:pt modelId="{26447B8C-F9D9-4A90-8881-BEC1B8FCADCD}" type="sibTrans" cxnId="{CA582F53-9BC5-40C9-835B-31B89ABC8E4B}">
      <dgm:prSet/>
      <dgm:spPr/>
      <dgm:t>
        <a:bodyPr/>
        <a:lstStyle/>
        <a:p>
          <a:endParaRPr lang="en-US"/>
        </a:p>
      </dgm:t>
    </dgm:pt>
    <dgm:pt modelId="{19898F55-1B10-4489-918A-E4EAB4B15A6E}">
      <dgm:prSet/>
      <dgm:spPr/>
      <dgm:t>
        <a:bodyPr/>
        <a:lstStyle/>
        <a:p>
          <a:r>
            <a:rPr lang="en-US"/>
            <a:t>• Templates</a:t>
          </a:r>
        </a:p>
      </dgm:t>
    </dgm:pt>
    <dgm:pt modelId="{46CF9995-548F-4480-9138-22CFCAC6F587}" type="parTrans" cxnId="{3D22FEB0-13F3-445D-9E77-C5F0B00CDA21}">
      <dgm:prSet/>
      <dgm:spPr/>
      <dgm:t>
        <a:bodyPr/>
        <a:lstStyle/>
        <a:p>
          <a:endParaRPr lang="en-US"/>
        </a:p>
      </dgm:t>
    </dgm:pt>
    <dgm:pt modelId="{03210C34-3D0D-4EB6-A36A-0B1CFA705A0E}" type="sibTrans" cxnId="{3D22FEB0-13F3-445D-9E77-C5F0B00CDA21}">
      <dgm:prSet/>
      <dgm:spPr/>
      <dgm:t>
        <a:bodyPr/>
        <a:lstStyle/>
        <a:p>
          <a:endParaRPr lang="en-US"/>
        </a:p>
      </dgm:t>
    </dgm:pt>
    <dgm:pt modelId="{F74E7F5B-5C68-47AA-BC86-A7EF050E18B7}">
      <dgm:prSet/>
      <dgm:spPr/>
      <dgm:t>
        <a:bodyPr/>
        <a:lstStyle/>
        <a:p>
          <a:r>
            <a:rPr lang="en-US"/>
            <a:t>• Styling</a:t>
          </a:r>
        </a:p>
      </dgm:t>
    </dgm:pt>
    <dgm:pt modelId="{B343A3CC-8E85-496C-9373-A11010AEA897}" type="parTrans" cxnId="{B428E686-F2C1-4709-96AB-888F72469489}">
      <dgm:prSet/>
      <dgm:spPr/>
      <dgm:t>
        <a:bodyPr/>
        <a:lstStyle/>
        <a:p>
          <a:endParaRPr lang="en-US"/>
        </a:p>
      </dgm:t>
    </dgm:pt>
    <dgm:pt modelId="{37C2E443-C586-4AF2-950B-1E0FAA06321D}" type="sibTrans" cxnId="{B428E686-F2C1-4709-96AB-888F72469489}">
      <dgm:prSet/>
      <dgm:spPr/>
      <dgm:t>
        <a:bodyPr/>
        <a:lstStyle/>
        <a:p>
          <a:endParaRPr lang="en-US"/>
        </a:p>
      </dgm:t>
    </dgm:pt>
    <dgm:pt modelId="{52C441B5-B27B-427C-92CA-9EE80D98144B}" type="pres">
      <dgm:prSet presAssocID="{9F2A25F9-4284-4588-AE5D-BB0F96F0EF1B}" presName="root" presStyleCnt="0">
        <dgm:presLayoutVars>
          <dgm:dir/>
          <dgm:resizeHandles val="exact"/>
        </dgm:presLayoutVars>
      </dgm:prSet>
      <dgm:spPr/>
    </dgm:pt>
    <dgm:pt modelId="{A25A942F-E7C4-4B8B-9D3E-A039C5D92610}" type="pres">
      <dgm:prSet presAssocID="{F677F1F2-8E03-49C9-9D00-15679F3BD428}" presName="compNode" presStyleCnt="0"/>
      <dgm:spPr/>
    </dgm:pt>
    <dgm:pt modelId="{BA7A32EB-5E97-42CA-828A-AFA8B70E1477}" type="pres">
      <dgm:prSet presAssocID="{F677F1F2-8E03-49C9-9D00-15679F3BD428}" presName="bgRect" presStyleLbl="bgShp" presStyleIdx="0" presStyleCnt="4"/>
      <dgm:spPr/>
    </dgm:pt>
    <dgm:pt modelId="{EE11D837-42CB-4768-91CF-BA75395E4C39}" type="pres">
      <dgm:prSet presAssocID="{F677F1F2-8E03-49C9-9D00-15679F3BD4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CDB4EF1-44C9-448B-90B5-43F2D0196CA4}" type="pres">
      <dgm:prSet presAssocID="{F677F1F2-8E03-49C9-9D00-15679F3BD428}" presName="spaceRect" presStyleCnt="0"/>
      <dgm:spPr/>
    </dgm:pt>
    <dgm:pt modelId="{F56C1980-004E-45A1-A67E-F574014B89D6}" type="pres">
      <dgm:prSet presAssocID="{F677F1F2-8E03-49C9-9D00-15679F3BD428}" presName="parTx" presStyleLbl="revTx" presStyleIdx="0" presStyleCnt="4">
        <dgm:presLayoutVars>
          <dgm:chMax val="0"/>
          <dgm:chPref val="0"/>
        </dgm:presLayoutVars>
      </dgm:prSet>
      <dgm:spPr/>
    </dgm:pt>
    <dgm:pt modelId="{EB3F3C5A-E2E5-4818-AEDC-D34A653978E7}" type="pres">
      <dgm:prSet presAssocID="{B424F7D8-485C-4931-87CD-170F746CB53E}" presName="sibTrans" presStyleCnt="0"/>
      <dgm:spPr/>
    </dgm:pt>
    <dgm:pt modelId="{10D22493-58F1-4B54-80B5-739CFCC28726}" type="pres">
      <dgm:prSet presAssocID="{C8AE3A26-5F2A-4E12-A676-37FABDFC09C9}" presName="compNode" presStyleCnt="0"/>
      <dgm:spPr/>
    </dgm:pt>
    <dgm:pt modelId="{8E89B94C-5F9C-4F2F-9A97-E0871F6A98E4}" type="pres">
      <dgm:prSet presAssocID="{C8AE3A26-5F2A-4E12-A676-37FABDFC09C9}" presName="bgRect" presStyleLbl="bgShp" presStyleIdx="1" presStyleCnt="4"/>
      <dgm:spPr/>
    </dgm:pt>
    <dgm:pt modelId="{17CE88E7-F87B-4AF4-9613-56F63FE51E44}" type="pres">
      <dgm:prSet presAssocID="{C8AE3A26-5F2A-4E12-A676-37FABDFC09C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23589E96-FC1E-455E-B9EF-E40F4D3AD992}" type="pres">
      <dgm:prSet presAssocID="{C8AE3A26-5F2A-4E12-A676-37FABDFC09C9}" presName="spaceRect" presStyleCnt="0"/>
      <dgm:spPr/>
    </dgm:pt>
    <dgm:pt modelId="{52273A2B-B818-48E1-A158-A7874AE98EE9}" type="pres">
      <dgm:prSet presAssocID="{C8AE3A26-5F2A-4E12-A676-37FABDFC09C9}" presName="parTx" presStyleLbl="revTx" presStyleIdx="1" presStyleCnt="4">
        <dgm:presLayoutVars>
          <dgm:chMax val="0"/>
          <dgm:chPref val="0"/>
        </dgm:presLayoutVars>
      </dgm:prSet>
      <dgm:spPr/>
    </dgm:pt>
    <dgm:pt modelId="{0BBD8C15-4653-4DCB-97EC-BBB62BA3AA4F}" type="pres">
      <dgm:prSet presAssocID="{26447B8C-F9D9-4A90-8881-BEC1B8FCADCD}" presName="sibTrans" presStyleCnt="0"/>
      <dgm:spPr/>
    </dgm:pt>
    <dgm:pt modelId="{D5D927FC-F47D-4B87-998E-D93A5DA080B4}" type="pres">
      <dgm:prSet presAssocID="{19898F55-1B10-4489-918A-E4EAB4B15A6E}" presName="compNode" presStyleCnt="0"/>
      <dgm:spPr/>
    </dgm:pt>
    <dgm:pt modelId="{F7140B4C-8930-4ED7-93C8-322FDA847B58}" type="pres">
      <dgm:prSet presAssocID="{19898F55-1B10-4489-918A-E4EAB4B15A6E}" presName="bgRect" presStyleLbl="bgShp" presStyleIdx="2" presStyleCnt="4"/>
      <dgm:spPr/>
    </dgm:pt>
    <dgm:pt modelId="{7CC211FD-EBAF-43BF-866B-28CDDF68D846}" type="pres">
      <dgm:prSet presAssocID="{19898F55-1B10-4489-918A-E4EAB4B15A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4BCE5E5-056A-47D7-B1D1-6861C8C501CE}" type="pres">
      <dgm:prSet presAssocID="{19898F55-1B10-4489-918A-E4EAB4B15A6E}" presName="spaceRect" presStyleCnt="0"/>
      <dgm:spPr/>
    </dgm:pt>
    <dgm:pt modelId="{A11D28B8-11FB-4879-A11A-2232AE6B32BA}" type="pres">
      <dgm:prSet presAssocID="{19898F55-1B10-4489-918A-E4EAB4B15A6E}" presName="parTx" presStyleLbl="revTx" presStyleIdx="2" presStyleCnt="4">
        <dgm:presLayoutVars>
          <dgm:chMax val="0"/>
          <dgm:chPref val="0"/>
        </dgm:presLayoutVars>
      </dgm:prSet>
      <dgm:spPr/>
    </dgm:pt>
    <dgm:pt modelId="{D79B46AF-4AE7-4615-9204-CFB3FCF603A2}" type="pres">
      <dgm:prSet presAssocID="{03210C34-3D0D-4EB6-A36A-0B1CFA705A0E}" presName="sibTrans" presStyleCnt="0"/>
      <dgm:spPr/>
    </dgm:pt>
    <dgm:pt modelId="{3CA2743E-0087-4166-AE19-E008B1F27C47}" type="pres">
      <dgm:prSet presAssocID="{F74E7F5B-5C68-47AA-BC86-A7EF050E18B7}" presName="compNode" presStyleCnt="0"/>
      <dgm:spPr/>
    </dgm:pt>
    <dgm:pt modelId="{45A6703A-EFA9-48F0-A47D-9DAB42F08261}" type="pres">
      <dgm:prSet presAssocID="{F74E7F5B-5C68-47AA-BC86-A7EF050E18B7}" presName="bgRect" presStyleLbl="bgShp" presStyleIdx="3" presStyleCnt="4"/>
      <dgm:spPr/>
    </dgm:pt>
    <dgm:pt modelId="{ACBEF9E6-43B7-485E-A417-16AF906A1DC7}" type="pres">
      <dgm:prSet presAssocID="{F74E7F5B-5C68-47AA-BC86-A7EF050E18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D7633B40-F847-4FDA-BB3F-5D48165F3360}" type="pres">
      <dgm:prSet presAssocID="{F74E7F5B-5C68-47AA-BC86-A7EF050E18B7}" presName="spaceRect" presStyleCnt="0"/>
      <dgm:spPr/>
    </dgm:pt>
    <dgm:pt modelId="{21563DAC-FF41-4215-8F4A-FA674A58120D}" type="pres">
      <dgm:prSet presAssocID="{F74E7F5B-5C68-47AA-BC86-A7EF050E18B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3B1C844-CC6B-49EB-B54F-1AA365939EA3}" type="presOf" srcId="{9F2A25F9-4284-4588-AE5D-BB0F96F0EF1B}" destId="{52C441B5-B27B-427C-92CA-9EE80D98144B}" srcOrd="0" destOrd="0" presId="urn:microsoft.com/office/officeart/2018/2/layout/IconVerticalSolidList"/>
    <dgm:cxn modelId="{CA582F53-9BC5-40C9-835B-31B89ABC8E4B}" srcId="{9F2A25F9-4284-4588-AE5D-BB0F96F0EF1B}" destId="{C8AE3A26-5F2A-4E12-A676-37FABDFC09C9}" srcOrd="1" destOrd="0" parTransId="{D1F098B2-E182-4D76-8995-FC6388FAEDE2}" sibTransId="{26447B8C-F9D9-4A90-8881-BEC1B8FCADCD}"/>
    <dgm:cxn modelId="{3ABEF878-081D-49E5-99C5-544C965BDB77}" type="presOf" srcId="{F677F1F2-8E03-49C9-9D00-15679F3BD428}" destId="{F56C1980-004E-45A1-A67E-F574014B89D6}" srcOrd="0" destOrd="0" presId="urn:microsoft.com/office/officeart/2018/2/layout/IconVerticalSolidList"/>
    <dgm:cxn modelId="{FF3F3880-0F9D-41B5-BACE-4565D79FC20D}" type="presOf" srcId="{C8AE3A26-5F2A-4E12-A676-37FABDFC09C9}" destId="{52273A2B-B818-48E1-A158-A7874AE98EE9}" srcOrd="0" destOrd="0" presId="urn:microsoft.com/office/officeart/2018/2/layout/IconVerticalSolidList"/>
    <dgm:cxn modelId="{B428E686-F2C1-4709-96AB-888F72469489}" srcId="{9F2A25F9-4284-4588-AE5D-BB0F96F0EF1B}" destId="{F74E7F5B-5C68-47AA-BC86-A7EF050E18B7}" srcOrd="3" destOrd="0" parTransId="{B343A3CC-8E85-496C-9373-A11010AEA897}" sibTransId="{37C2E443-C586-4AF2-950B-1E0FAA06321D}"/>
    <dgm:cxn modelId="{331AF6A5-5B65-4A6C-ABE0-435D9CA4A6A0}" type="presOf" srcId="{F74E7F5B-5C68-47AA-BC86-A7EF050E18B7}" destId="{21563DAC-FF41-4215-8F4A-FA674A58120D}" srcOrd="0" destOrd="0" presId="urn:microsoft.com/office/officeart/2018/2/layout/IconVerticalSolidList"/>
    <dgm:cxn modelId="{3D22FEB0-13F3-445D-9E77-C5F0B00CDA21}" srcId="{9F2A25F9-4284-4588-AE5D-BB0F96F0EF1B}" destId="{19898F55-1B10-4489-918A-E4EAB4B15A6E}" srcOrd="2" destOrd="0" parTransId="{46CF9995-548F-4480-9138-22CFCAC6F587}" sibTransId="{03210C34-3D0D-4EB6-A36A-0B1CFA705A0E}"/>
    <dgm:cxn modelId="{0CB2C7BA-5ABE-4533-B197-1CE5DF9BF014}" type="presOf" srcId="{19898F55-1B10-4489-918A-E4EAB4B15A6E}" destId="{A11D28B8-11FB-4879-A11A-2232AE6B32BA}" srcOrd="0" destOrd="0" presId="urn:microsoft.com/office/officeart/2018/2/layout/IconVerticalSolidList"/>
    <dgm:cxn modelId="{ADC622E6-247C-4A09-A1F5-6C4F38DDC7B7}" srcId="{9F2A25F9-4284-4588-AE5D-BB0F96F0EF1B}" destId="{F677F1F2-8E03-49C9-9D00-15679F3BD428}" srcOrd="0" destOrd="0" parTransId="{BEDF7846-6349-46B6-9906-49A76FF29150}" sibTransId="{B424F7D8-485C-4931-87CD-170F746CB53E}"/>
    <dgm:cxn modelId="{6473C1CC-7882-4A47-9A76-1E2D46E8EA66}" type="presParOf" srcId="{52C441B5-B27B-427C-92CA-9EE80D98144B}" destId="{A25A942F-E7C4-4B8B-9D3E-A039C5D92610}" srcOrd="0" destOrd="0" presId="urn:microsoft.com/office/officeart/2018/2/layout/IconVerticalSolidList"/>
    <dgm:cxn modelId="{6FEBC5C6-2141-4121-9916-644F48D33722}" type="presParOf" srcId="{A25A942F-E7C4-4B8B-9D3E-A039C5D92610}" destId="{BA7A32EB-5E97-42CA-828A-AFA8B70E1477}" srcOrd="0" destOrd="0" presId="urn:microsoft.com/office/officeart/2018/2/layout/IconVerticalSolidList"/>
    <dgm:cxn modelId="{EFF16133-9A16-488F-8546-0DF52EDEF48A}" type="presParOf" srcId="{A25A942F-E7C4-4B8B-9D3E-A039C5D92610}" destId="{EE11D837-42CB-4768-91CF-BA75395E4C39}" srcOrd="1" destOrd="0" presId="urn:microsoft.com/office/officeart/2018/2/layout/IconVerticalSolidList"/>
    <dgm:cxn modelId="{74AB2EFB-D306-4407-90AB-E6673C63562F}" type="presParOf" srcId="{A25A942F-E7C4-4B8B-9D3E-A039C5D92610}" destId="{FCDB4EF1-44C9-448B-90B5-43F2D0196CA4}" srcOrd="2" destOrd="0" presId="urn:microsoft.com/office/officeart/2018/2/layout/IconVerticalSolidList"/>
    <dgm:cxn modelId="{E41E2795-04BA-4684-8FFC-34D50993B6B8}" type="presParOf" srcId="{A25A942F-E7C4-4B8B-9D3E-A039C5D92610}" destId="{F56C1980-004E-45A1-A67E-F574014B89D6}" srcOrd="3" destOrd="0" presId="urn:microsoft.com/office/officeart/2018/2/layout/IconVerticalSolidList"/>
    <dgm:cxn modelId="{64ED19A1-5BC7-4359-912B-56D1C53D74CB}" type="presParOf" srcId="{52C441B5-B27B-427C-92CA-9EE80D98144B}" destId="{EB3F3C5A-E2E5-4818-AEDC-D34A653978E7}" srcOrd="1" destOrd="0" presId="urn:microsoft.com/office/officeart/2018/2/layout/IconVerticalSolidList"/>
    <dgm:cxn modelId="{5DD22006-A100-42CC-96D8-043B37209FC9}" type="presParOf" srcId="{52C441B5-B27B-427C-92CA-9EE80D98144B}" destId="{10D22493-58F1-4B54-80B5-739CFCC28726}" srcOrd="2" destOrd="0" presId="urn:microsoft.com/office/officeart/2018/2/layout/IconVerticalSolidList"/>
    <dgm:cxn modelId="{4AFCBBE9-423D-4802-AA4A-A4FE714864EB}" type="presParOf" srcId="{10D22493-58F1-4B54-80B5-739CFCC28726}" destId="{8E89B94C-5F9C-4F2F-9A97-E0871F6A98E4}" srcOrd="0" destOrd="0" presId="urn:microsoft.com/office/officeart/2018/2/layout/IconVerticalSolidList"/>
    <dgm:cxn modelId="{9C274EBE-F822-4802-960B-DBA153141090}" type="presParOf" srcId="{10D22493-58F1-4B54-80B5-739CFCC28726}" destId="{17CE88E7-F87B-4AF4-9613-56F63FE51E44}" srcOrd="1" destOrd="0" presId="urn:microsoft.com/office/officeart/2018/2/layout/IconVerticalSolidList"/>
    <dgm:cxn modelId="{7BE5BB11-DAF8-4036-8387-E42ADEBC3B98}" type="presParOf" srcId="{10D22493-58F1-4B54-80B5-739CFCC28726}" destId="{23589E96-FC1E-455E-B9EF-E40F4D3AD992}" srcOrd="2" destOrd="0" presId="urn:microsoft.com/office/officeart/2018/2/layout/IconVerticalSolidList"/>
    <dgm:cxn modelId="{06FCAD25-7398-4C8E-9936-392C3BD27820}" type="presParOf" srcId="{10D22493-58F1-4B54-80B5-739CFCC28726}" destId="{52273A2B-B818-48E1-A158-A7874AE98EE9}" srcOrd="3" destOrd="0" presId="urn:microsoft.com/office/officeart/2018/2/layout/IconVerticalSolidList"/>
    <dgm:cxn modelId="{490562D2-E203-4588-BAF9-A226E9EA89CF}" type="presParOf" srcId="{52C441B5-B27B-427C-92CA-9EE80D98144B}" destId="{0BBD8C15-4653-4DCB-97EC-BBB62BA3AA4F}" srcOrd="3" destOrd="0" presId="urn:microsoft.com/office/officeart/2018/2/layout/IconVerticalSolidList"/>
    <dgm:cxn modelId="{1B94FC23-1A1A-4494-A3E0-64F9B406264B}" type="presParOf" srcId="{52C441B5-B27B-427C-92CA-9EE80D98144B}" destId="{D5D927FC-F47D-4B87-998E-D93A5DA080B4}" srcOrd="4" destOrd="0" presId="urn:microsoft.com/office/officeart/2018/2/layout/IconVerticalSolidList"/>
    <dgm:cxn modelId="{40C6E547-0558-401F-9988-2A18FB284358}" type="presParOf" srcId="{D5D927FC-F47D-4B87-998E-D93A5DA080B4}" destId="{F7140B4C-8930-4ED7-93C8-322FDA847B58}" srcOrd="0" destOrd="0" presId="urn:microsoft.com/office/officeart/2018/2/layout/IconVerticalSolidList"/>
    <dgm:cxn modelId="{8CF0620B-7548-419B-A39B-D0B413C12FE6}" type="presParOf" srcId="{D5D927FC-F47D-4B87-998E-D93A5DA080B4}" destId="{7CC211FD-EBAF-43BF-866B-28CDDF68D846}" srcOrd="1" destOrd="0" presId="urn:microsoft.com/office/officeart/2018/2/layout/IconVerticalSolidList"/>
    <dgm:cxn modelId="{5D811309-2818-4E1C-B471-84553D4F5205}" type="presParOf" srcId="{D5D927FC-F47D-4B87-998E-D93A5DA080B4}" destId="{74BCE5E5-056A-47D7-B1D1-6861C8C501CE}" srcOrd="2" destOrd="0" presId="urn:microsoft.com/office/officeart/2018/2/layout/IconVerticalSolidList"/>
    <dgm:cxn modelId="{8A758697-6E0A-4B4E-A1ED-295C63FE371C}" type="presParOf" srcId="{D5D927FC-F47D-4B87-998E-D93A5DA080B4}" destId="{A11D28B8-11FB-4879-A11A-2232AE6B32BA}" srcOrd="3" destOrd="0" presId="urn:microsoft.com/office/officeart/2018/2/layout/IconVerticalSolidList"/>
    <dgm:cxn modelId="{96ED8541-42A5-425E-8299-E2E6EBCF9844}" type="presParOf" srcId="{52C441B5-B27B-427C-92CA-9EE80D98144B}" destId="{D79B46AF-4AE7-4615-9204-CFB3FCF603A2}" srcOrd="5" destOrd="0" presId="urn:microsoft.com/office/officeart/2018/2/layout/IconVerticalSolidList"/>
    <dgm:cxn modelId="{91FD6EB1-3D0E-480B-A890-7589054C9AB6}" type="presParOf" srcId="{52C441B5-B27B-427C-92CA-9EE80D98144B}" destId="{3CA2743E-0087-4166-AE19-E008B1F27C47}" srcOrd="6" destOrd="0" presId="urn:microsoft.com/office/officeart/2018/2/layout/IconVerticalSolidList"/>
    <dgm:cxn modelId="{DA0F3F0A-14B5-4C4A-9B5F-C607D40971C9}" type="presParOf" srcId="{3CA2743E-0087-4166-AE19-E008B1F27C47}" destId="{45A6703A-EFA9-48F0-A47D-9DAB42F08261}" srcOrd="0" destOrd="0" presId="urn:microsoft.com/office/officeart/2018/2/layout/IconVerticalSolidList"/>
    <dgm:cxn modelId="{6D0F7E7D-1DE6-40ED-91D0-73526B36DF7D}" type="presParOf" srcId="{3CA2743E-0087-4166-AE19-E008B1F27C47}" destId="{ACBEF9E6-43B7-485E-A417-16AF906A1DC7}" srcOrd="1" destOrd="0" presId="urn:microsoft.com/office/officeart/2018/2/layout/IconVerticalSolidList"/>
    <dgm:cxn modelId="{427038B9-BCEC-4B70-B19F-622265A67261}" type="presParOf" srcId="{3CA2743E-0087-4166-AE19-E008B1F27C47}" destId="{D7633B40-F847-4FDA-BB3F-5D48165F3360}" srcOrd="2" destOrd="0" presId="urn:microsoft.com/office/officeart/2018/2/layout/IconVerticalSolidList"/>
    <dgm:cxn modelId="{C9377BDB-3C8D-4EFD-9C60-B1E6602D456F}" type="presParOf" srcId="{3CA2743E-0087-4166-AE19-E008B1F27C47}" destId="{21563DAC-FF41-4215-8F4A-FA674A5812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5111927-CBA9-4271-9BDD-D2E829DD316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66AE5D3-810C-415A-87E4-B4E353BE7301}">
      <dgm:prSet/>
      <dgm:spPr/>
      <dgm:t>
        <a:bodyPr/>
        <a:lstStyle/>
        <a:p>
          <a:pPr>
            <a:defRPr cap="all"/>
          </a:pPr>
          <a:r>
            <a:rPr lang="en-US"/>
            <a:t>• Formatting</a:t>
          </a:r>
        </a:p>
      </dgm:t>
    </dgm:pt>
    <dgm:pt modelId="{1F0D7F9F-C6B6-49DD-AD8F-0C16B461C9C6}" type="parTrans" cxnId="{77256492-43B8-48AB-8ADA-44887132054A}">
      <dgm:prSet/>
      <dgm:spPr/>
      <dgm:t>
        <a:bodyPr/>
        <a:lstStyle/>
        <a:p>
          <a:endParaRPr lang="en-US"/>
        </a:p>
      </dgm:t>
    </dgm:pt>
    <dgm:pt modelId="{42CBCB70-3748-4FD9-8B84-FE2667300501}" type="sibTrans" cxnId="{77256492-43B8-48AB-8ADA-44887132054A}">
      <dgm:prSet/>
      <dgm:spPr/>
      <dgm:t>
        <a:bodyPr/>
        <a:lstStyle/>
        <a:p>
          <a:endParaRPr lang="en-US"/>
        </a:p>
      </dgm:t>
    </dgm:pt>
    <dgm:pt modelId="{5B6A5F76-9C64-48A7-B0B3-73298DF71B22}">
      <dgm:prSet/>
      <dgm:spPr/>
      <dgm:t>
        <a:bodyPr/>
        <a:lstStyle/>
        <a:p>
          <a:pPr>
            <a:defRPr cap="all"/>
          </a:pPr>
          <a:r>
            <a:rPr lang="en-US"/>
            <a:t>• Templates</a:t>
          </a:r>
        </a:p>
      </dgm:t>
    </dgm:pt>
    <dgm:pt modelId="{9433BE1A-EE2D-46C6-AF04-E504E644822B}" type="parTrans" cxnId="{E57926F0-2738-441B-B999-F6AA9F979D5D}">
      <dgm:prSet/>
      <dgm:spPr/>
      <dgm:t>
        <a:bodyPr/>
        <a:lstStyle/>
        <a:p>
          <a:endParaRPr lang="en-US"/>
        </a:p>
      </dgm:t>
    </dgm:pt>
    <dgm:pt modelId="{CAF23D0B-8AE6-4854-A1BC-F3D03A329DE1}" type="sibTrans" cxnId="{E57926F0-2738-441B-B999-F6AA9F979D5D}">
      <dgm:prSet/>
      <dgm:spPr/>
      <dgm:t>
        <a:bodyPr/>
        <a:lstStyle/>
        <a:p>
          <a:endParaRPr lang="en-US"/>
        </a:p>
      </dgm:t>
    </dgm:pt>
    <dgm:pt modelId="{80606BF2-342B-4248-95C9-D101F7514DC8}">
      <dgm:prSet/>
      <dgm:spPr/>
      <dgm:t>
        <a:bodyPr/>
        <a:lstStyle/>
        <a:p>
          <a:pPr>
            <a:defRPr cap="all"/>
          </a:pPr>
          <a:r>
            <a:rPr lang="en-US"/>
            <a:t>• Charts</a:t>
          </a:r>
        </a:p>
      </dgm:t>
    </dgm:pt>
    <dgm:pt modelId="{17509AA7-64C5-4DEF-B9AC-E1C94B02649C}" type="parTrans" cxnId="{F55DCD43-7463-4445-AE58-516D340725A6}">
      <dgm:prSet/>
      <dgm:spPr/>
      <dgm:t>
        <a:bodyPr/>
        <a:lstStyle/>
        <a:p>
          <a:endParaRPr lang="en-US"/>
        </a:p>
      </dgm:t>
    </dgm:pt>
    <dgm:pt modelId="{70852249-267A-4C8A-B6F7-F9A454318365}" type="sibTrans" cxnId="{F55DCD43-7463-4445-AE58-516D340725A6}">
      <dgm:prSet/>
      <dgm:spPr/>
      <dgm:t>
        <a:bodyPr/>
        <a:lstStyle/>
        <a:p>
          <a:endParaRPr lang="en-US"/>
        </a:p>
      </dgm:t>
    </dgm:pt>
    <dgm:pt modelId="{6C9EF646-435D-48C1-A099-CC76E640860A}">
      <dgm:prSet/>
      <dgm:spPr/>
      <dgm:t>
        <a:bodyPr/>
        <a:lstStyle/>
        <a:p>
          <a:pPr>
            <a:defRPr cap="all"/>
          </a:pPr>
          <a:r>
            <a:rPr lang="en-US"/>
            <a:t>• Multi-sheet</a:t>
          </a:r>
        </a:p>
      </dgm:t>
    </dgm:pt>
    <dgm:pt modelId="{CB658893-2BF0-4A48-ACE6-89D8991225D2}" type="parTrans" cxnId="{18D7C685-0E61-443C-9473-8EE705853805}">
      <dgm:prSet/>
      <dgm:spPr/>
      <dgm:t>
        <a:bodyPr/>
        <a:lstStyle/>
        <a:p>
          <a:endParaRPr lang="en-US"/>
        </a:p>
      </dgm:t>
    </dgm:pt>
    <dgm:pt modelId="{9E52F9A1-45A3-485C-9578-63F639015E64}" type="sibTrans" cxnId="{18D7C685-0E61-443C-9473-8EE705853805}">
      <dgm:prSet/>
      <dgm:spPr/>
      <dgm:t>
        <a:bodyPr/>
        <a:lstStyle/>
        <a:p>
          <a:endParaRPr lang="en-US"/>
        </a:p>
      </dgm:t>
    </dgm:pt>
    <dgm:pt modelId="{37D6BEA6-CFC7-4A39-AE83-B8F5547A018E}" type="pres">
      <dgm:prSet presAssocID="{85111927-CBA9-4271-9BDD-D2E829DD3164}" presName="root" presStyleCnt="0">
        <dgm:presLayoutVars>
          <dgm:dir/>
          <dgm:resizeHandles val="exact"/>
        </dgm:presLayoutVars>
      </dgm:prSet>
      <dgm:spPr/>
    </dgm:pt>
    <dgm:pt modelId="{E1960B63-B0E0-482C-93B4-0DCE0183D2BA}" type="pres">
      <dgm:prSet presAssocID="{766AE5D3-810C-415A-87E4-B4E353BE7301}" presName="compNode" presStyleCnt="0"/>
      <dgm:spPr/>
    </dgm:pt>
    <dgm:pt modelId="{72E27ED3-BB57-4804-BED9-C0526D53022C}" type="pres">
      <dgm:prSet presAssocID="{766AE5D3-810C-415A-87E4-B4E353BE7301}" presName="iconBgRect" presStyleLbl="bgShp" presStyleIdx="0" presStyleCnt="4"/>
      <dgm:spPr/>
    </dgm:pt>
    <dgm:pt modelId="{556C9A7B-C606-404B-B9DB-2729A129F791}" type="pres">
      <dgm:prSet presAssocID="{766AE5D3-810C-415A-87E4-B4E353BE73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5F86FB58-E2DA-4555-B903-FBCD02C2392D}" type="pres">
      <dgm:prSet presAssocID="{766AE5D3-810C-415A-87E4-B4E353BE7301}" presName="spaceRect" presStyleCnt="0"/>
      <dgm:spPr/>
    </dgm:pt>
    <dgm:pt modelId="{FD907565-3146-40C1-BD6C-59C8CAC5DC1A}" type="pres">
      <dgm:prSet presAssocID="{766AE5D3-810C-415A-87E4-B4E353BE7301}" presName="textRect" presStyleLbl="revTx" presStyleIdx="0" presStyleCnt="4">
        <dgm:presLayoutVars>
          <dgm:chMax val="1"/>
          <dgm:chPref val="1"/>
        </dgm:presLayoutVars>
      </dgm:prSet>
      <dgm:spPr/>
    </dgm:pt>
    <dgm:pt modelId="{C4C5C3AA-677F-421B-8020-CDACD94A92DF}" type="pres">
      <dgm:prSet presAssocID="{42CBCB70-3748-4FD9-8B84-FE2667300501}" presName="sibTrans" presStyleCnt="0"/>
      <dgm:spPr/>
    </dgm:pt>
    <dgm:pt modelId="{8C4A4929-DC59-4E0A-A0CC-FDB12B75D48E}" type="pres">
      <dgm:prSet presAssocID="{5B6A5F76-9C64-48A7-B0B3-73298DF71B22}" presName="compNode" presStyleCnt="0"/>
      <dgm:spPr/>
    </dgm:pt>
    <dgm:pt modelId="{85B2FED0-E3BD-4FB0-89ED-91CD7DCFB0A8}" type="pres">
      <dgm:prSet presAssocID="{5B6A5F76-9C64-48A7-B0B3-73298DF71B22}" presName="iconBgRect" presStyleLbl="bgShp" presStyleIdx="1" presStyleCnt="4"/>
      <dgm:spPr/>
    </dgm:pt>
    <dgm:pt modelId="{5B722CD3-6FAF-42F5-A73D-BD18C2B1419D}" type="pres">
      <dgm:prSet presAssocID="{5B6A5F76-9C64-48A7-B0B3-73298DF71B2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1F398BD-E3AE-431E-BB6D-45265E8CA0DE}" type="pres">
      <dgm:prSet presAssocID="{5B6A5F76-9C64-48A7-B0B3-73298DF71B22}" presName="spaceRect" presStyleCnt="0"/>
      <dgm:spPr/>
    </dgm:pt>
    <dgm:pt modelId="{1616D658-DBEA-4291-8A8F-73CE6B535312}" type="pres">
      <dgm:prSet presAssocID="{5B6A5F76-9C64-48A7-B0B3-73298DF71B22}" presName="textRect" presStyleLbl="revTx" presStyleIdx="1" presStyleCnt="4">
        <dgm:presLayoutVars>
          <dgm:chMax val="1"/>
          <dgm:chPref val="1"/>
        </dgm:presLayoutVars>
      </dgm:prSet>
      <dgm:spPr/>
    </dgm:pt>
    <dgm:pt modelId="{5254A682-EBC6-4A53-8198-08FEFE1900F3}" type="pres">
      <dgm:prSet presAssocID="{CAF23D0B-8AE6-4854-A1BC-F3D03A329DE1}" presName="sibTrans" presStyleCnt="0"/>
      <dgm:spPr/>
    </dgm:pt>
    <dgm:pt modelId="{C7596C72-C029-468D-93D0-EEBEA2D77130}" type="pres">
      <dgm:prSet presAssocID="{80606BF2-342B-4248-95C9-D101F7514DC8}" presName="compNode" presStyleCnt="0"/>
      <dgm:spPr/>
    </dgm:pt>
    <dgm:pt modelId="{7A8DD467-7177-4198-852A-1B3AA1CBB177}" type="pres">
      <dgm:prSet presAssocID="{80606BF2-342B-4248-95C9-D101F7514DC8}" presName="iconBgRect" presStyleLbl="bgShp" presStyleIdx="2" presStyleCnt="4"/>
      <dgm:spPr/>
    </dgm:pt>
    <dgm:pt modelId="{EE3E1EBA-A7CC-4D39-9D7D-18A10036EC43}" type="pres">
      <dgm:prSet presAssocID="{80606BF2-342B-4248-95C9-D101F7514D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42DCB695-F2BB-4A0B-94B3-1E33005E111D}" type="pres">
      <dgm:prSet presAssocID="{80606BF2-342B-4248-95C9-D101F7514DC8}" presName="spaceRect" presStyleCnt="0"/>
      <dgm:spPr/>
    </dgm:pt>
    <dgm:pt modelId="{95B5615E-6AFA-44CA-9C26-358229E2D771}" type="pres">
      <dgm:prSet presAssocID="{80606BF2-342B-4248-95C9-D101F7514DC8}" presName="textRect" presStyleLbl="revTx" presStyleIdx="2" presStyleCnt="4">
        <dgm:presLayoutVars>
          <dgm:chMax val="1"/>
          <dgm:chPref val="1"/>
        </dgm:presLayoutVars>
      </dgm:prSet>
      <dgm:spPr/>
    </dgm:pt>
    <dgm:pt modelId="{2E803AA3-C069-40A6-9853-7C7DA6EDF25C}" type="pres">
      <dgm:prSet presAssocID="{70852249-267A-4C8A-B6F7-F9A454318365}" presName="sibTrans" presStyleCnt="0"/>
      <dgm:spPr/>
    </dgm:pt>
    <dgm:pt modelId="{DE594ED5-A329-4085-A175-FC8EA5B6EF5F}" type="pres">
      <dgm:prSet presAssocID="{6C9EF646-435D-48C1-A099-CC76E640860A}" presName="compNode" presStyleCnt="0"/>
      <dgm:spPr/>
    </dgm:pt>
    <dgm:pt modelId="{33E84B55-E8DE-4DB2-AF9C-908A4C69C525}" type="pres">
      <dgm:prSet presAssocID="{6C9EF646-435D-48C1-A099-CC76E640860A}" presName="iconBgRect" presStyleLbl="bgShp" presStyleIdx="3" presStyleCnt="4"/>
      <dgm:spPr/>
    </dgm:pt>
    <dgm:pt modelId="{8E76B3E8-5478-492D-88A6-646B27CC76DD}" type="pres">
      <dgm:prSet presAssocID="{6C9EF646-435D-48C1-A099-CC76E64086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3FB294E-EC16-47D1-ABFE-8C8453F825C4}" type="pres">
      <dgm:prSet presAssocID="{6C9EF646-435D-48C1-A099-CC76E640860A}" presName="spaceRect" presStyleCnt="0"/>
      <dgm:spPr/>
    </dgm:pt>
    <dgm:pt modelId="{50354B35-1F31-4491-9C0E-F44EE998AED6}" type="pres">
      <dgm:prSet presAssocID="{6C9EF646-435D-48C1-A099-CC76E64086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7543400-F5C5-4B7D-B6A5-9971FF089703}" type="presOf" srcId="{85111927-CBA9-4271-9BDD-D2E829DD3164}" destId="{37D6BEA6-CFC7-4A39-AE83-B8F5547A018E}" srcOrd="0" destOrd="0" presId="urn:microsoft.com/office/officeart/2018/5/layout/IconCircleLabelList"/>
    <dgm:cxn modelId="{F55DCD43-7463-4445-AE58-516D340725A6}" srcId="{85111927-CBA9-4271-9BDD-D2E829DD3164}" destId="{80606BF2-342B-4248-95C9-D101F7514DC8}" srcOrd="2" destOrd="0" parTransId="{17509AA7-64C5-4DEF-B9AC-E1C94B02649C}" sibTransId="{70852249-267A-4C8A-B6F7-F9A454318365}"/>
    <dgm:cxn modelId="{18D7C685-0E61-443C-9473-8EE705853805}" srcId="{85111927-CBA9-4271-9BDD-D2E829DD3164}" destId="{6C9EF646-435D-48C1-A099-CC76E640860A}" srcOrd="3" destOrd="0" parTransId="{CB658893-2BF0-4A48-ACE6-89D8991225D2}" sibTransId="{9E52F9A1-45A3-485C-9578-63F639015E64}"/>
    <dgm:cxn modelId="{77256492-43B8-48AB-8ADA-44887132054A}" srcId="{85111927-CBA9-4271-9BDD-D2E829DD3164}" destId="{766AE5D3-810C-415A-87E4-B4E353BE7301}" srcOrd="0" destOrd="0" parTransId="{1F0D7F9F-C6B6-49DD-AD8F-0C16B461C9C6}" sibTransId="{42CBCB70-3748-4FD9-8B84-FE2667300501}"/>
    <dgm:cxn modelId="{4CD089B5-42B2-440D-B1E6-B287ED67D6DF}" type="presOf" srcId="{766AE5D3-810C-415A-87E4-B4E353BE7301}" destId="{FD907565-3146-40C1-BD6C-59C8CAC5DC1A}" srcOrd="0" destOrd="0" presId="urn:microsoft.com/office/officeart/2018/5/layout/IconCircleLabelList"/>
    <dgm:cxn modelId="{7BEC3DD9-2DEA-40DE-867E-07D124BDDAF9}" type="presOf" srcId="{5B6A5F76-9C64-48A7-B0B3-73298DF71B22}" destId="{1616D658-DBEA-4291-8A8F-73CE6B535312}" srcOrd="0" destOrd="0" presId="urn:microsoft.com/office/officeart/2018/5/layout/IconCircleLabelList"/>
    <dgm:cxn modelId="{D2BB91D9-BCC1-4A5F-94FE-1859C7F8C432}" type="presOf" srcId="{6C9EF646-435D-48C1-A099-CC76E640860A}" destId="{50354B35-1F31-4491-9C0E-F44EE998AED6}" srcOrd="0" destOrd="0" presId="urn:microsoft.com/office/officeart/2018/5/layout/IconCircleLabelList"/>
    <dgm:cxn modelId="{71C50FE2-2E15-4E27-AC2B-357D662A58A2}" type="presOf" srcId="{80606BF2-342B-4248-95C9-D101F7514DC8}" destId="{95B5615E-6AFA-44CA-9C26-358229E2D771}" srcOrd="0" destOrd="0" presId="urn:microsoft.com/office/officeart/2018/5/layout/IconCircleLabelList"/>
    <dgm:cxn modelId="{E57926F0-2738-441B-B999-F6AA9F979D5D}" srcId="{85111927-CBA9-4271-9BDD-D2E829DD3164}" destId="{5B6A5F76-9C64-48A7-B0B3-73298DF71B22}" srcOrd="1" destOrd="0" parTransId="{9433BE1A-EE2D-46C6-AF04-E504E644822B}" sibTransId="{CAF23D0B-8AE6-4854-A1BC-F3D03A329DE1}"/>
    <dgm:cxn modelId="{DEB8515E-93B2-47B6-A4C1-4BD691FA83AD}" type="presParOf" srcId="{37D6BEA6-CFC7-4A39-AE83-B8F5547A018E}" destId="{E1960B63-B0E0-482C-93B4-0DCE0183D2BA}" srcOrd="0" destOrd="0" presId="urn:microsoft.com/office/officeart/2018/5/layout/IconCircleLabelList"/>
    <dgm:cxn modelId="{DB6C07D6-4464-4B63-900B-A21599A39E0C}" type="presParOf" srcId="{E1960B63-B0E0-482C-93B4-0DCE0183D2BA}" destId="{72E27ED3-BB57-4804-BED9-C0526D53022C}" srcOrd="0" destOrd="0" presId="urn:microsoft.com/office/officeart/2018/5/layout/IconCircleLabelList"/>
    <dgm:cxn modelId="{2D618D2E-6400-47AF-A1F1-C20262CEE5D7}" type="presParOf" srcId="{E1960B63-B0E0-482C-93B4-0DCE0183D2BA}" destId="{556C9A7B-C606-404B-B9DB-2729A129F791}" srcOrd="1" destOrd="0" presId="urn:microsoft.com/office/officeart/2018/5/layout/IconCircleLabelList"/>
    <dgm:cxn modelId="{5743BC22-1716-4E7D-898E-48BEE9E63CFB}" type="presParOf" srcId="{E1960B63-B0E0-482C-93B4-0DCE0183D2BA}" destId="{5F86FB58-E2DA-4555-B903-FBCD02C2392D}" srcOrd="2" destOrd="0" presId="urn:microsoft.com/office/officeart/2018/5/layout/IconCircleLabelList"/>
    <dgm:cxn modelId="{A177C670-CE00-40AF-BEB4-CCFE7DB95471}" type="presParOf" srcId="{E1960B63-B0E0-482C-93B4-0DCE0183D2BA}" destId="{FD907565-3146-40C1-BD6C-59C8CAC5DC1A}" srcOrd="3" destOrd="0" presId="urn:microsoft.com/office/officeart/2018/5/layout/IconCircleLabelList"/>
    <dgm:cxn modelId="{C6F3D94B-6A3F-4B5C-BF22-9ED85232DB63}" type="presParOf" srcId="{37D6BEA6-CFC7-4A39-AE83-B8F5547A018E}" destId="{C4C5C3AA-677F-421B-8020-CDACD94A92DF}" srcOrd="1" destOrd="0" presId="urn:microsoft.com/office/officeart/2018/5/layout/IconCircleLabelList"/>
    <dgm:cxn modelId="{95D16617-9025-4789-96B8-C02365245DA2}" type="presParOf" srcId="{37D6BEA6-CFC7-4A39-AE83-B8F5547A018E}" destId="{8C4A4929-DC59-4E0A-A0CC-FDB12B75D48E}" srcOrd="2" destOrd="0" presId="urn:microsoft.com/office/officeart/2018/5/layout/IconCircleLabelList"/>
    <dgm:cxn modelId="{DB84A935-CECC-41FF-B4DE-40242F02227C}" type="presParOf" srcId="{8C4A4929-DC59-4E0A-A0CC-FDB12B75D48E}" destId="{85B2FED0-E3BD-4FB0-89ED-91CD7DCFB0A8}" srcOrd="0" destOrd="0" presId="urn:microsoft.com/office/officeart/2018/5/layout/IconCircleLabelList"/>
    <dgm:cxn modelId="{4F5583D1-4444-4E74-B8B1-2B41873D519C}" type="presParOf" srcId="{8C4A4929-DC59-4E0A-A0CC-FDB12B75D48E}" destId="{5B722CD3-6FAF-42F5-A73D-BD18C2B1419D}" srcOrd="1" destOrd="0" presId="urn:microsoft.com/office/officeart/2018/5/layout/IconCircleLabelList"/>
    <dgm:cxn modelId="{D36E5A52-7344-446A-AA28-11A1819D8B8D}" type="presParOf" srcId="{8C4A4929-DC59-4E0A-A0CC-FDB12B75D48E}" destId="{F1F398BD-E3AE-431E-BB6D-45265E8CA0DE}" srcOrd="2" destOrd="0" presId="urn:microsoft.com/office/officeart/2018/5/layout/IconCircleLabelList"/>
    <dgm:cxn modelId="{B7EA2BC0-E3F2-4271-B8C0-BBEA245ECEED}" type="presParOf" srcId="{8C4A4929-DC59-4E0A-A0CC-FDB12B75D48E}" destId="{1616D658-DBEA-4291-8A8F-73CE6B535312}" srcOrd="3" destOrd="0" presId="urn:microsoft.com/office/officeart/2018/5/layout/IconCircleLabelList"/>
    <dgm:cxn modelId="{7686A3CF-30B3-4565-B85F-4EC3FC85ACAC}" type="presParOf" srcId="{37D6BEA6-CFC7-4A39-AE83-B8F5547A018E}" destId="{5254A682-EBC6-4A53-8198-08FEFE1900F3}" srcOrd="3" destOrd="0" presId="urn:microsoft.com/office/officeart/2018/5/layout/IconCircleLabelList"/>
    <dgm:cxn modelId="{2FF230DE-D228-4CB0-9D99-0F62619EFB82}" type="presParOf" srcId="{37D6BEA6-CFC7-4A39-AE83-B8F5547A018E}" destId="{C7596C72-C029-468D-93D0-EEBEA2D77130}" srcOrd="4" destOrd="0" presId="urn:microsoft.com/office/officeart/2018/5/layout/IconCircleLabelList"/>
    <dgm:cxn modelId="{29A2FCF4-6404-4AFB-8FAA-82FEBB36EF49}" type="presParOf" srcId="{C7596C72-C029-468D-93D0-EEBEA2D77130}" destId="{7A8DD467-7177-4198-852A-1B3AA1CBB177}" srcOrd="0" destOrd="0" presId="urn:microsoft.com/office/officeart/2018/5/layout/IconCircleLabelList"/>
    <dgm:cxn modelId="{33CE68F0-20A5-4D45-810D-36A2BB84472B}" type="presParOf" srcId="{C7596C72-C029-468D-93D0-EEBEA2D77130}" destId="{EE3E1EBA-A7CC-4D39-9D7D-18A10036EC43}" srcOrd="1" destOrd="0" presId="urn:microsoft.com/office/officeart/2018/5/layout/IconCircleLabelList"/>
    <dgm:cxn modelId="{EF76D6F0-0386-4255-8403-A81664D09109}" type="presParOf" srcId="{C7596C72-C029-468D-93D0-EEBEA2D77130}" destId="{42DCB695-F2BB-4A0B-94B3-1E33005E111D}" srcOrd="2" destOrd="0" presId="urn:microsoft.com/office/officeart/2018/5/layout/IconCircleLabelList"/>
    <dgm:cxn modelId="{E1AAA7F0-162D-4170-B900-23E02E3CAFD4}" type="presParOf" srcId="{C7596C72-C029-468D-93D0-EEBEA2D77130}" destId="{95B5615E-6AFA-44CA-9C26-358229E2D771}" srcOrd="3" destOrd="0" presId="urn:microsoft.com/office/officeart/2018/5/layout/IconCircleLabelList"/>
    <dgm:cxn modelId="{673A07A8-C2D8-4257-B742-16EF550E1521}" type="presParOf" srcId="{37D6BEA6-CFC7-4A39-AE83-B8F5547A018E}" destId="{2E803AA3-C069-40A6-9853-7C7DA6EDF25C}" srcOrd="5" destOrd="0" presId="urn:microsoft.com/office/officeart/2018/5/layout/IconCircleLabelList"/>
    <dgm:cxn modelId="{FC1E2270-5004-4539-9FA0-74FC66EC2C8C}" type="presParOf" srcId="{37D6BEA6-CFC7-4A39-AE83-B8F5547A018E}" destId="{DE594ED5-A329-4085-A175-FC8EA5B6EF5F}" srcOrd="6" destOrd="0" presId="urn:microsoft.com/office/officeart/2018/5/layout/IconCircleLabelList"/>
    <dgm:cxn modelId="{49D799D5-C327-43A9-A595-EB0A0909B55E}" type="presParOf" srcId="{DE594ED5-A329-4085-A175-FC8EA5B6EF5F}" destId="{33E84B55-E8DE-4DB2-AF9C-908A4C69C525}" srcOrd="0" destOrd="0" presId="urn:microsoft.com/office/officeart/2018/5/layout/IconCircleLabelList"/>
    <dgm:cxn modelId="{0AF725A7-66F7-4D9E-AA3C-FF58FC022EDC}" type="presParOf" srcId="{DE594ED5-A329-4085-A175-FC8EA5B6EF5F}" destId="{8E76B3E8-5478-492D-88A6-646B27CC76DD}" srcOrd="1" destOrd="0" presId="urn:microsoft.com/office/officeart/2018/5/layout/IconCircleLabelList"/>
    <dgm:cxn modelId="{39EED797-65F6-46B6-94D7-50A327B809E7}" type="presParOf" srcId="{DE594ED5-A329-4085-A175-FC8EA5B6EF5F}" destId="{D3FB294E-EC16-47D1-ABFE-8C8453F825C4}" srcOrd="2" destOrd="0" presId="urn:microsoft.com/office/officeart/2018/5/layout/IconCircleLabelList"/>
    <dgm:cxn modelId="{D1CAF78B-7AEC-4EBD-A61E-84C44663029E}" type="presParOf" srcId="{DE594ED5-A329-4085-A175-FC8EA5B6EF5F}" destId="{50354B35-1F31-4491-9C0E-F44EE998AED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C67CBA4-7966-490D-8EDF-D15D59E8976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D9B95FB-8881-441B-B37E-6EB77C756525}">
      <dgm:prSet/>
      <dgm:spPr/>
      <dgm:t>
        <a:bodyPr/>
        <a:lstStyle/>
        <a:p>
          <a:pPr>
            <a:defRPr cap="all"/>
          </a:pPr>
          <a:r>
            <a:rPr lang="en-US"/>
            <a:t>• Slow for large data</a:t>
          </a:r>
        </a:p>
      </dgm:t>
    </dgm:pt>
    <dgm:pt modelId="{755420E0-4B1A-4E58-93CF-C3AE6BCA4D43}" type="parTrans" cxnId="{29FF15B6-EDD1-4DC3-916F-B0E264E71C32}">
      <dgm:prSet/>
      <dgm:spPr/>
      <dgm:t>
        <a:bodyPr/>
        <a:lstStyle/>
        <a:p>
          <a:endParaRPr lang="en-US"/>
        </a:p>
      </dgm:t>
    </dgm:pt>
    <dgm:pt modelId="{6128CA54-5541-40EA-B97F-1658C019B3CA}" type="sibTrans" cxnId="{29FF15B6-EDD1-4DC3-916F-B0E264E71C32}">
      <dgm:prSet/>
      <dgm:spPr/>
      <dgm:t>
        <a:bodyPr/>
        <a:lstStyle/>
        <a:p>
          <a:endParaRPr lang="en-US"/>
        </a:p>
      </dgm:t>
    </dgm:pt>
    <dgm:pt modelId="{C161E2D1-79BA-477A-ADAD-114D77590891}">
      <dgm:prSet/>
      <dgm:spPr/>
      <dgm:t>
        <a:bodyPr/>
        <a:lstStyle/>
        <a:p>
          <a:pPr>
            <a:defRPr cap="all"/>
          </a:pPr>
          <a:r>
            <a:rPr lang="en-US" dirty="0"/>
            <a:t>• No formula calc(can create)</a:t>
          </a:r>
        </a:p>
      </dgm:t>
    </dgm:pt>
    <dgm:pt modelId="{E898F75F-2EA8-47EA-81BA-D1C3E4769836}" type="parTrans" cxnId="{3856A18F-8F55-4A4C-B8ED-040A6276E331}">
      <dgm:prSet/>
      <dgm:spPr/>
      <dgm:t>
        <a:bodyPr/>
        <a:lstStyle/>
        <a:p>
          <a:endParaRPr lang="en-US"/>
        </a:p>
      </dgm:t>
    </dgm:pt>
    <dgm:pt modelId="{2BA65AA2-DBEE-4522-8944-1A32B0F94DEF}" type="sibTrans" cxnId="{3856A18F-8F55-4A4C-B8ED-040A6276E331}">
      <dgm:prSet/>
      <dgm:spPr/>
      <dgm:t>
        <a:bodyPr/>
        <a:lstStyle/>
        <a:p>
          <a:endParaRPr lang="en-US"/>
        </a:p>
      </dgm:t>
    </dgm:pt>
    <dgm:pt modelId="{2331DE65-3D65-41DC-A3A1-7814AD627992}">
      <dgm:prSet/>
      <dgm:spPr/>
      <dgm:t>
        <a:bodyPr/>
        <a:lstStyle/>
        <a:p>
          <a:pPr>
            <a:defRPr cap="all"/>
          </a:pPr>
          <a:r>
            <a:rPr lang="en-US"/>
            <a:t>• Manual steps</a:t>
          </a:r>
        </a:p>
      </dgm:t>
    </dgm:pt>
    <dgm:pt modelId="{46E1E8E7-72B9-46D6-A85C-E4CC85FD0AD6}" type="parTrans" cxnId="{E31677BC-3896-4753-94A6-229E29DD78AB}">
      <dgm:prSet/>
      <dgm:spPr/>
      <dgm:t>
        <a:bodyPr/>
        <a:lstStyle/>
        <a:p>
          <a:endParaRPr lang="en-US"/>
        </a:p>
      </dgm:t>
    </dgm:pt>
    <dgm:pt modelId="{24E1A25D-C572-41D2-B6E4-ABD9A85FE682}" type="sibTrans" cxnId="{E31677BC-3896-4753-94A6-229E29DD78AB}">
      <dgm:prSet/>
      <dgm:spPr/>
      <dgm:t>
        <a:bodyPr/>
        <a:lstStyle/>
        <a:p>
          <a:endParaRPr lang="en-US"/>
        </a:p>
      </dgm:t>
    </dgm:pt>
    <dgm:pt modelId="{A03CA8AF-0D0F-431F-B050-2056BB54433C}" type="pres">
      <dgm:prSet presAssocID="{4C67CBA4-7966-490D-8EDF-D15D59E8976E}" presName="root" presStyleCnt="0">
        <dgm:presLayoutVars>
          <dgm:dir/>
          <dgm:resizeHandles val="exact"/>
        </dgm:presLayoutVars>
      </dgm:prSet>
      <dgm:spPr/>
    </dgm:pt>
    <dgm:pt modelId="{5CE25F81-0C25-4223-AA96-24132C0B3427}" type="pres">
      <dgm:prSet presAssocID="{7D9B95FB-8881-441B-B37E-6EB77C756525}" presName="compNode" presStyleCnt="0"/>
      <dgm:spPr/>
    </dgm:pt>
    <dgm:pt modelId="{8ECC4283-A341-49B4-B0E3-E4B4B58ADD23}" type="pres">
      <dgm:prSet presAssocID="{7D9B95FB-8881-441B-B37E-6EB77C756525}" presName="iconBgRect" presStyleLbl="bgShp" presStyleIdx="0" presStyleCnt="3"/>
      <dgm:spPr/>
    </dgm:pt>
    <dgm:pt modelId="{3B7377A7-82C0-4D31-912A-BE856AEB9358}" type="pres">
      <dgm:prSet presAssocID="{7D9B95FB-8881-441B-B37E-6EB77C7565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B70C9E53-7440-40A9-9F4A-2F97E98E2ACB}" type="pres">
      <dgm:prSet presAssocID="{7D9B95FB-8881-441B-B37E-6EB77C756525}" presName="spaceRect" presStyleCnt="0"/>
      <dgm:spPr/>
    </dgm:pt>
    <dgm:pt modelId="{7524C769-1063-4CDC-87E7-5E6EF68B92AB}" type="pres">
      <dgm:prSet presAssocID="{7D9B95FB-8881-441B-B37E-6EB77C756525}" presName="textRect" presStyleLbl="revTx" presStyleIdx="0" presStyleCnt="3">
        <dgm:presLayoutVars>
          <dgm:chMax val="1"/>
          <dgm:chPref val="1"/>
        </dgm:presLayoutVars>
      </dgm:prSet>
      <dgm:spPr/>
    </dgm:pt>
    <dgm:pt modelId="{F7018EE1-FA81-4A32-AF29-F6790E8F2EFF}" type="pres">
      <dgm:prSet presAssocID="{6128CA54-5541-40EA-B97F-1658C019B3CA}" presName="sibTrans" presStyleCnt="0"/>
      <dgm:spPr/>
    </dgm:pt>
    <dgm:pt modelId="{4E450A79-3CD8-4074-B6E6-2BB5C3BA8A11}" type="pres">
      <dgm:prSet presAssocID="{C161E2D1-79BA-477A-ADAD-114D77590891}" presName="compNode" presStyleCnt="0"/>
      <dgm:spPr/>
    </dgm:pt>
    <dgm:pt modelId="{22FDCFA8-3215-405C-82A1-948D96D41B43}" type="pres">
      <dgm:prSet presAssocID="{C161E2D1-79BA-477A-ADAD-114D77590891}" presName="iconBgRect" presStyleLbl="bgShp" presStyleIdx="1" presStyleCnt="3"/>
      <dgm:spPr/>
    </dgm:pt>
    <dgm:pt modelId="{133325C3-AA6E-4134-81CF-F3C1C2D7AE63}" type="pres">
      <dgm:prSet presAssocID="{C161E2D1-79BA-477A-ADAD-114D775908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58B608EB-EC15-4801-A903-B57B6341A61C}" type="pres">
      <dgm:prSet presAssocID="{C161E2D1-79BA-477A-ADAD-114D77590891}" presName="spaceRect" presStyleCnt="0"/>
      <dgm:spPr/>
    </dgm:pt>
    <dgm:pt modelId="{87C18AAA-EF9C-4FD1-B473-4D487E9AD732}" type="pres">
      <dgm:prSet presAssocID="{C161E2D1-79BA-477A-ADAD-114D77590891}" presName="textRect" presStyleLbl="revTx" presStyleIdx="1" presStyleCnt="3">
        <dgm:presLayoutVars>
          <dgm:chMax val="1"/>
          <dgm:chPref val="1"/>
        </dgm:presLayoutVars>
      </dgm:prSet>
      <dgm:spPr/>
    </dgm:pt>
    <dgm:pt modelId="{80454691-E7BB-46C4-8679-C8A69EF60E8A}" type="pres">
      <dgm:prSet presAssocID="{2BA65AA2-DBEE-4522-8944-1A32B0F94DEF}" presName="sibTrans" presStyleCnt="0"/>
      <dgm:spPr/>
    </dgm:pt>
    <dgm:pt modelId="{9B8DA749-0B04-40DE-8CEE-1754E88362E3}" type="pres">
      <dgm:prSet presAssocID="{2331DE65-3D65-41DC-A3A1-7814AD627992}" presName="compNode" presStyleCnt="0"/>
      <dgm:spPr/>
    </dgm:pt>
    <dgm:pt modelId="{5EE88D87-1243-475C-B1DC-3ADD2B8D8A97}" type="pres">
      <dgm:prSet presAssocID="{2331DE65-3D65-41DC-A3A1-7814AD627992}" presName="iconBgRect" presStyleLbl="bgShp" presStyleIdx="2" presStyleCnt="3"/>
      <dgm:spPr/>
    </dgm:pt>
    <dgm:pt modelId="{34059D1A-E423-4123-BE6C-0EEDD7418835}" type="pres">
      <dgm:prSet presAssocID="{2331DE65-3D65-41DC-A3A1-7814AD627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CFB033A-8D59-4BF8-97F1-D930C89A8491}" type="pres">
      <dgm:prSet presAssocID="{2331DE65-3D65-41DC-A3A1-7814AD627992}" presName="spaceRect" presStyleCnt="0"/>
      <dgm:spPr/>
    </dgm:pt>
    <dgm:pt modelId="{84AB5340-4134-41E5-93E9-CF9FA56BAF01}" type="pres">
      <dgm:prSet presAssocID="{2331DE65-3D65-41DC-A3A1-7814AD627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C0DF26D-89F1-43AA-ABEF-952B3E09EBF9}" type="presOf" srcId="{2331DE65-3D65-41DC-A3A1-7814AD627992}" destId="{84AB5340-4134-41E5-93E9-CF9FA56BAF01}" srcOrd="0" destOrd="0" presId="urn:microsoft.com/office/officeart/2018/5/layout/IconCircleLabelList"/>
    <dgm:cxn modelId="{A4677B75-5B73-4005-A1D2-F7071C0DAFDA}" type="presOf" srcId="{C161E2D1-79BA-477A-ADAD-114D77590891}" destId="{87C18AAA-EF9C-4FD1-B473-4D487E9AD732}" srcOrd="0" destOrd="0" presId="urn:microsoft.com/office/officeart/2018/5/layout/IconCircleLabelList"/>
    <dgm:cxn modelId="{CEAB5984-8433-487C-9A63-D50A4191E7F1}" type="presOf" srcId="{7D9B95FB-8881-441B-B37E-6EB77C756525}" destId="{7524C769-1063-4CDC-87E7-5E6EF68B92AB}" srcOrd="0" destOrd="0" presId="urn:microsoft.com/office/officeart/2018/5/layout/IconCircleLabelList"/>
    <dgm:cxn modelId="{3856A18F-8F55-4A4C-B8ED-040A6276E331}" srcId="{4C67CBA4-7966-490D-8EDF-D15D59E8976E}" destId="{C161E2D1-79BA-477A-ADAD-114D77590891}" srcOrd="1" destOrd="0" parTransId="{E898F75F-2EA8-47EA-81BA-D1C3E4769836}" sibTransId="{2BA65AA2-DBEE-4522-8944-1A32B0F94DEF}"/>
    <dgm:cxn modelId="{29FF15B6-EDD1-4DC3-916F-B0E264E71C32}" srcId="{4C67CBA4-7966-490D-8EDF-D15D59E8976E}" destId="{7D9B95FB-8881-441B-B37E-6EB77C756525}" srcOrd="0" destOrd="0" parTransId="{755420E0-4B1A-4E58-93CF-C3AE6BCA4D43}" sibTransId="{6128CA54-5541-40EA-B97F-1658C019B3CA}"/>
    <dgm:cxn modelId="{E31677BC-3896-4753-94A6-229E29DD78AB}" srcId="{4C67CBA4-7966-490D-8EDF-D15D59E8976E}" destId="{2331DE65-3D65-41DC-A3A1-7814AD627992}" srcOrd="2" destOrd="0" parTransId="{46E1E8E7-72B9-46D6-A85C-E4CC85FD0AD6}" sibTransId="{24E1A25D-C572-41D2-B6E4-ABD9A85FE682}"/>
    <dgm:cxn modelId="{9D5E26D5-6909-4B95-A1E1-4A55CFB6B828}" type="presOf" srcId="{4C67CBA4-7966-490D-8EDF-D15D59E8976E}" destId="{A03CA8AF-0D0F-431F-B050-2056BB54433C}" srcOrd="0" destOrd="0" presId="urn:microsoft.com/office/officeart/2018/5/layout/IconCircleLabelList"/>
    <dgm:cxn modelId="{D8F2366D-3254-4765-87C4-E0B2061E0043}" type="presParOf" srcId="{A03CA8AF-0D0F-431F-B050-2056BB54433C}" destId="{5CE25F81-0C25-4223-AA96-24132C0B3427}" srcOrd="0" destOrd="0" presId="urn:microsoft.com/office/officeart/2018/5/layout/IconCircleLabelList"/>
    <dgm:cxn modelId="{FA1FFA14-F0F1-49DC-B11D-ED94C5E0B3DE}" type="presParOf" srcId="{5CE25F81-0C25-4223-AA96-24132C0B3427}" destId="{8ECC4283-A341-49B4-B0E3-E4B4B58ADD23}" srcOrd="0" destOrd="0" presId="urn:microsoft.com/office/officeart/2018/5/layout/IconCircleLabelList"/>
    <dgm:cxn modelId="{1ACD4F65-054D-4130-A99A-FA64FC5DEA4A}" type="presParOf" srcId="{5CE25F81-0C25-4223-AA96-24132C0B3427}" destId="{3B7377A7-82C0-4D31-912A-BE856AEB9358}" srcOrd="1" destOrd="0" presId="urn:microsoft.com/office/officeart/2018/5/layout/IconCircleLabelList"/>
    <dgm:cxn modelId="{90E96E9E-EB4C-4181-BF6B-F0F2B0C1880C}" type="presParOf" srcId="{5CE25F81-0C25-4223-AA96-24132C0B3427}" destId="{B70C9E53-7440-40A9-9F4A-2F97E98E2ACB}" srcOrd="2" destOrd="0" presId="urn:microsoft.com/office/officeart/2018/5/layout/IconCircleLabelList"/>
    <dgm:cxn modelId="{614196AE-9C3E-456B-A3A2-2A63188C76F3}" type="presParOf" srcId="{5CE25F81-0C25-4223-AA96-24132C0B3427}" destId="{7524C769-1063-4CDC-87E7-5E6EF68B92AB}" srcOrd="3" destOrd="0" presId="urn:microsoft.com/office/officeart/2018/5/layout/IconCircleLabelList"/>
    <dgm:cxn modelId="{83FC83A1-2D7B-42B9-B767-7D931E5171FF}" type="presParOf" srcId="{A03CA8AF-0D0F-431F-B050-2056BB54433C}" destId="{F7018EE1-FA81-4A32-AF29-F6790E8F2EFF}" srcOrd="1" destOrd="0" presId="urn:microsoft.com/office/officeart/2018/5/layout/IconCircleLabelList"/>
    <dgm:cxn modelId="{9CF1DBBF-2025-4A00-9508-CE8C4440CE4B}" type="presParOf" srcId="{A03CA8AF-0D0F-431F-B050-2056BB54433C}" destId="{4E450A79-3CD8-4074-B6E6-2BB5C3BA8A11}" srcOrd="2" destOrd="0" presId="urn:microsoft.com/office/officeart/2018/5/layout/IconCircleLabelList"/>
    <dgm:cxn modelId="{019BEB16-AFD5-4533-ADA2-23BCDB04DC50}" type="presParOf" srcId="{4E450A79-3CD8-4074-B6E6-2BB5C3BA8A11}" destId="{22FDCFA8-3215-405C-82A1-948D96D41B43}" srcOrd="0" destOrd="0" presId="urn:microsoft.com/office/officeart/2018/5/layout/IconCircleLabelList"/>
    <dgm:cxn modelId="{64B9EA2B-EA34-489F-AA23-4AD40DF81252}" type="presParOf" srcId="{4E450A79-3CD8-4074-B6E6-2BB5C3BA8A11}" destId="{133325C3-AA6E-4134-81CF-F3C1C2D7AE63}" srcOrd="1" destOrd="0" presId="urn:microsoft.com/office/officeart/2018/5/layout/IconCircleLabelList"/>
    <dgm:cxn modelId="{B1942958-3F8C-4155-A471-F80B33439D4E}" type="presParOf" srcId="{4E450A79-3CD8-4074-B6E6-2BB5C3BA8A11}" destId="{58B608EB-EC15-4801-A903-B57B6341A61C}" srcOrd="2" destOrd="0" presId="urn:microsoft.com/office/officeart/2018/5/layout/IconCircleLabelList"/>
    <dgm:cxn modelId="{D2BBC309-D993-48E7-99DC-86A5A319BA46}" type="presParOf" srcId="{4E450A79-3CD8-4074-B6E6-2BB5C3BA8A11}" destId="{87C18AAA-EF9C-4FD1-B473-4D487E9AD732}" srcOrd="3" destOrd="0" presId="urn:microsoft.com/office/officeart/2018/5/layout/IconCircleLabelList"/>
    <dgm:cxn modelId="{BE77E5FC-D906-411C-9148-66986B1A1D92}" type="presParOf" srcId="{A03CA8AF-0D0F-431F-B050-2056BB54433C}" destId="{80454691-E7BB-46C4-8679-C8A69EF60E8A}" srcOrd="3" destOrd="0" presId="urn:microsoft.com/office/officeart/2018/5/layout/IconCircleLabelList"/>
    <dgm:cxn modelId="{F239DB25-A956-4511-AFE7-050CFAC5A9CD}" type="presParOf" srcId="{A03CA8AF-0D0F-431F-B050-2056BB54433C}" destId="{9B8DA749-0B04-40DE-8CEE-1754E88362E3}" srcOrd="4" destOrd="0" presId="urn:microsoft.com/office/officeart/2018/5/layout/IconCircleLabelList"/>
    <dgm:cxn modelId="{73949D0D-43E1-40FC-9BAF-BA5E20BD6556}" type="presParOf" srcId="{9B8DA749-0B04-40DE-8CEE-1754E88362E3}" destId="{5EE88D87-1243-475C-B1DC-3ADD2B8D8A97}" srcOrd="0" destOrd="0" presId="urn:microsoft.com/office/officeart/2018/5/layout/IconCircleLabelList"/>
    <dgm:cxn modelId="{0AFD9E74-177E-402B-AFFF-0F6229BE52E3}" type="presParOf" srcId="{9B8DA749-0B04-40DE-8CEE-1754E88362E3}" destId="{34059D1A-E423-4123-BE6C-0EEDD7418835}" srcOrd="1" destOrd="0" presId="urn:microsoft.com/office/officeart/2018/5/layout/IconCircleLabelList"/>
    <dgm:cxn modelId="{D47A60E5-9D84-438A-A826-D75A75E61A26}" type="presParOf" srcId="{9B8DA749-0B04-40DE-8CEE-1754E88362E3}" destId="{FCFB033A-8D59-4BF8-97F1-D930C89A8491}" srcOrd="2" destOrd="0" presId="urn:microsoft.com/office/officeart/2018/5/layout/IconCircleLabelList"/>
    <dgm:cxn modelId="{B66778AE-EA9F-44B2-A6CC-25E2AFFDBC60}" type="presParOf" srcId="{9B8DA749-0B04-40DE-8CEE-1754E88362E3}" destId="{84AB5340-4134-41E5-93E9-CF9FA56BAF0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3FA80EC-F724-43B1-BB5C-6C184FA9B33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BC7F6DC-9F2F-4D4E-8228-145852919965}">
      <dgm:prSet/>
      <dgm:spPr/>
      <dgm:t>
        <a:bodyPr/>
        <a:lstStyle/>
        <a:p>
          <a:pPr>
            <a:defRPr cap="all"/>
          </a:pPr>
          <a:r>
            <a:rPr lang="en-US"/>
            <a:t>• DataFrames</a:t>
          </a:r>
        </a:p>
      </dgm:t>
    </dgm:pt>
    <dgm:pt modelId="{056B799C-89AB-403F-B399-8059C0C491E0}" type="parTrans" cxnId="{2D0E6AE4-4E99-4D89-9BBD-146DAE31C70D}">
      <dgm:prSet/>
      <dgm:spPr/>
      <dgm:t>
        <a:bodyPr/>
        <a:lstStyle/>
        <a:p>
          <a:endParaRPr lang="en-US"/>
        </a:p>
      </dgm:t>
    </dgm:pt>
    <dgm:pt modelId="{447B40A6-B697-49E8-B2C8-D28EA2ACF0A4}" type="sibTrans" cxnId="{2D0E6AE4-4E99-4D89-9BBD-146DAE31C70D}">
      <dgm:prSet/>
      <dgm:spPr/>
      <dgm:t>
        <a:bodyPr/>
        <a:lstStyle/>
        <a:p>
          <a:endParaRPr lang="en-US"/>
        </a:p>
      </dgm:t>
    </dgm:pt>
    <dgm:pt modelId="{55DC0DFE-463D-463B-9FBC-6E537AF75B51}">
      <dgm:prSet/>
      <dgm:spPr/>
      <dgm:t>
        <a:bodyPr/>
        <a:lstStyle/>
        <a:p>
          <a:pPr>
            <a:defRPr cap="all"/>
          </a:pPr>
          <a:r>
            <a:rPr lang="en-US"/>
            <a:t>• Fast operations</a:t>
          </a:r>
        </a:p>
      </dgm:t>
    </dgm:pt>
    <dgm:pt modelId="{3F331995-3BA1-405A-8C80-94904DF9C5C0}" type="parTrans" cxnId="{8CB67816-8277-47AC-97C6-705ABDB89936}">
      <dgm:prSet/>
      <dgm:spPr/>
      <dgm:t>
        <a:bodyPr/>
        <a:lstStyle/>
        <a:p>
          <a:endParaRPr lang="en-US"/>
        </a:p>
      </dgm:t>
    </dgm:pt>
    <dgm:pt modelId="{9FF2F6D3-3B56-468F-B2B8-35476ED55798}" type="sibTrans" cxnId="{8CB67816-8277-47AC-97C6-705ABDB89936}">
      <dgm:prSet/>
      <dgm:spPr/>
      <dgm:t>
        <a:bodyPr/>
        <a:lstStyle/>
        <a:p>
          <a:endParaRPr lang="en-US"/>
        </a:p>
      </dgm:t>
    </dgm:pt>
    <dgm:pt modelId="{4065B424-E350-4C1A-B97F-3B2ED82DF550}">
      <dgm:prSet/>
      <dgm:spPr/>
      <dgm:t>
        <a:bodyPr/>
        <a:lstStyle/>
        <a:p>
          <a:pPr>
            <a:defRPr cap="all"/>
          </a:pPr>
          <a:r>
            <a:rPr lang="en-US"/>
            <a:t>• Merge and reshape</a:t>
          </a:r>
        </a:p>
      </dgm:t>
    </dgm:pt>
    <dgm:pt modelId="{31DE4236-E210-4339-BDA7-B4EB9574B226}" type="parTrans" cxnId="{6C877886-B3A6-43F2-8235-D537E5F0FBA2}">
      <dgm:prSet/>
      <dgm:spPr/>
      <dgm:t>
        <a:bodyPr/>
        <a:lstStyle/>
        <a:p>
          <a:endParaRPr lang="en-US"/>
        </a:p>
      </dgm:t>
    </dgm:pt>
    <dgm:pt modelId="{BC8770C3-5420-4BA9-AB25-2F4ABAFCB489}" type="sibTrans" cxnId="{6C877886-B3A6-43F2-8235-D537E5F0FBA2}">
      <dgm:prSet/>
      <dgm:spPr/>
      <dgm:t>
        <a:bodyPr/>
        <a:lstStyle/>
        <a:p>
          <a:endParaRPr lang="en-US"/>
        </a:p>
      </dgm:t>
    </dgm:pt>
    <dgm:pt modelId="{E6FA524C-F501-42FC-AA53-254D1631C34A}" type="pres">
      <dgm:prSet presAssocID="{D3FA80EC-F724-43B1-BB5C-6C184FA9B334}" presName="root" presStyleCnt="0">
        <dgm:presLayoutVars>
          <dgm:dir/>
          <dgm:resizeHandles val="exact"/>
        </dgm:presLayoutVars>
      </dgm:prSet>
      <dgm:spPr/>
    </dgm:pt>
    <dgm:pt modelId="{B497B74E-9AB4-474A-9A4D-2103EDD7A9AF}" type="pres">
      <dgm:prSet presAssocID="{BBC7F6DC-9F2F-4D4E-8228-145852919965}" presName="compNode" presStyleCnt="0"/>
      <dgm:spPr/>
    </dgm:pt>
    <dgm:pt modelId="{11E6E56D-7A2C-4D80-BC21-149959BE1353}" type="pres">
      <dgm:prSet presAssocID="{BBC7F6DC-9F2F-4D4E-8228-145852919965}" presName="iconBgRect" presStyleLbl="bgShp" presStyleIdx="0" presStyleCnt="3"/>
      <dgm:spPr/>
    </dgm:pt>
    <dgm:pt modelId="{E276FA13-7CEC-4D99-B2C2-3328D95E7FEB}" type="pres">
      <dgm:prSet presAssocID="{BBC7F6DC-9F2F-4D4E-8228-1458529199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A98DC811-F12A-4778-BEB0-E59DA83B7053}" type="pres">
      <dgm:prSet presAssocID="{BBC7F6DC-9F2F-4D4E-8228-145852919965}" presName="spaceRect" presStyleCnt="0"/>
      <dgm:spPr/>
    </dgm:pt>
    <dgm:pt modelId="{CA5D7499-5396-4A31-B1F4-5B2173E6673F}" type="pres">
      <dgm:prSet presAssocID="{BBC7F6DC-9F2F-4D4E-8228-145852919965}" presName="textRect" presStyleLbl="revTx" presStyleIdx="0" presStyleCnt="3">
        <dgm:presLayoutVars>
          <dgm:chMax val="1"/>
          <dgm:chPref val="1"/>
        </dgm:presLayoutVars>
      </dgm:prSet>
      <dgm:spPr/>
    </dgm:pt>
    <dgm:pt modelId="{243F78B6-801A-4A60-B003-E11ECBABE8C2}" type="pres">
      <dgm:prSet presAssocID="{447B40A6-B697-49E8-B2C8-D28EA2ACF0A4}" presName="sibTrans" presStyleCnt="0"/>
      <dgm:spPr/>
    </dgm:pt>
    <dgm:pt modelId="{AF8FCBAF-99E7-43F0-99E4-FD5319B37A3E}" type="pres">
      <dgm:prSet presAssocID="{55DC0DFE-463D-463B-9FBC-6E537AF75B51}" presName="compNode" presStyleCnt="0"/>
      <dgm:spPr/>
    </dgm:pt>
    <dgm:pt modelId="{F4BB122E-5F78-4C38-8906-54901A4F1399}" type="pres">
      <dgm:prSet presAssocID="{55DC0DFE-463D-463B-9FBC-6E537AF75B51}" presName="iconBgRect" presStyleLbl="bgShp" presStyleIdx="1" presStyleCnt="3"/>
      <dgm:spPr/>
    </dgm:pt>
    <dgm:pt modelId="{27DB78F1-73CF-4625-BF4F-1137FC32F93A}" type="pres">
      <dgm:prSet presAssocID="{55DC0DFE-463D-463B-9FBC-6E537AF75B5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5BF049BB-2EB3-46CC-9C74-7EEDBF557F91}" type="pres">
      <dgm:prSet presAssocID="{55DC0DFE-463D-463B-9FBC-6E537AF75B51}" presName="spaceRect" presStyleCnt="0"/>
      <dgm:spPr/>
    </dgm:pt>
    <dgm:pt modelId="{2D5FCB83-FA49-4E06-AEFE-DAFE69695E0A}" type="pres">
      <dgm:prSet presAssocID="{55DC0DFE-463D-463B-9FBC-6E537AF75B51}" presName="textRect" presStyleLbl="revTx" presStyleIdx="1" presStyleCnt="3">
        <dgm:presLayoutVars>
          <dgm:chMax val="1"/>
          <dgm:chPref val="1"/>
        </dgm:presLayoutVars>
      </dgm:prSet>
      <dgm:spPr/>
    </dgm:pt>
    <dgm:pt modelId="{F3259D28-2B5E-4262-8AAF-265C0A603B09}" type="pres">
      <dgm:prSet presAssocID="{9FF2F6D3-3B56-468F-B2B8-35476ED55798}" presName="sibTrans" presStyleCnt="0"/>
      <dgm:spPr/>
    </dgm:pt>
    <dgm:pt modelId="{7CA16DFB-C454-4F3C-A9E4-6BF85F31CF2D}" type="pres">
      <dgm:prSet presAssocID="{4065B424-E350-4C1A-B97F-3B2ED82DF550}" presName="compNode" presStyleCnt="0"/>
      <dgm:spPr/>
    </dgm:pt>
    <dgm:pt modelId="{7766D7B4-9EB0-418D-BAA7-EB094EEDEC52}" type="pres">
      <dgm:prSet presAssocID="{4065B424-E350-4C1A-B97F-3B2ED82DF550}" presName="iconBgRect" presStyleLbl="bgShp" presStyleIdx="2" presStyleCnt="3"/>
      <dgm:spPr/>
    </dgm:pt>
    <dgm:pt modelId="{6B8D303D-AAE9-468A-8545-814BFA885402}" type="pres">
      <dgm:prSet presAssocID="{4065B424-E350-4C1A-B97F-3B2ED82DF55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E0B50DD-4633-41E6-BA83-D303DDE2778A}" type="pres">
      <dgm:prSet presAssocID="{4065B424-E350-4C1A-B97F-3B2ED82DF550}" presName="spaceRect" presStyleCnt="0"/>
      <dgm:spPr/>
    </dgm:pt>
    <dgm:pt modelId="{223A34FF-5BB5-4859-869E-55D4CB16986E}" type="pres">
      <dgm:prSet presAssocID="{4065B424-E350-4C1A-B97F-3B2ED82DF55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7DD408-BB42-40EC-BB4D-E8A106411C48}" type="presOf" srcId="{55DC0DFE-463D-463B-9FBC-6E537AF75B51}" destId="{2D5FCB83-FA49-4E06-AEFE-DAFE69695E0A}" srcOrd="0" destOrd="0" presId="urn:microsoft.com/office/officeart/2018/5/layout/IconCircleLabelList"/>
    <dgm:cxn modelId="{DF408411-A276-4FE5-BFAE-2DC99966A50A}" type="presOf" srcId="{4065B424-E350-4C1A-B97F-3B2ED82DF550}" destId="{223A34FF-5BB5-4859-869E-55D4CB16986E}" srcOrd="0" destOrd="0" presId="urn:microsoft.com/office/officeart/2018/5/layout/IconCircleLabelList"/>
    <dgm:cxn modelId="{8CB67816-8277-47AC-97C6-705ABDB89936}" srcId="{D3FA80EC-F724-43B1-BB5C-6C184FA9B334}" destId="{55DC0DFE-463D-463B-9FBC-6E537AF75B51}" srcOrd="1" destOrd="0" parTransId="{3F331995-3BA1-405A-8C80-94904DF9C5C0}" sibTransId="{9FF2F6D3-3B56-468F-B2B8-35476ED55798}"/>
    <dgm:cxn modelId="{3C88AF2E-6A77-4ADD-9639-A2BD6533F12D}" type="presOf" srcId="{BBC7F6DC-9F2F-4D4E-8228-145852919965}" destId="{CA5D7499-5396-4A31-B1F4-5B2173E6673F}" srcOrd="0" destOrd="0" presId="urn:microsoft.com/office/officeart/2018/5/layout/IconCircleLabelList"/>
    <dgm:cxn modelId="{6C877886-B3A6-43F2-8235-D537E5F0FBA2}" srcId="{D3FA80EC-F724-43B1-BB5C-6C184FA9B334}" destId="{4065B424-E350-4C1A-B97F-3B2ED82DF550}" srcOrd="2" destOrd="0" parTransId="{31DE4236-E210-4339-BDA7-B4EB9574B226}" sibTransId="{BC8770C3-5420-4BA9-AB25-2F4ABAFCB489}"/>
    <dgm:cxn modelId="{8F0426DC-6AFD-400F-8BDC-20518F3AFC17}" type="presOf" srcId="{D3FA80EC-F724-43B1-BB5C-6C184FA9B334}" destId="{E6FA524C-F501-42FC-AA53-254D1631C34A}" srcOrd="0" destOrd="0" presId="urn:microsoft.com/office/officeart/2018/5/layout/IconCircleLabelList"/>
    <dgm:cxn modelId="{2D0E6AE4-4E99-4D89-9BBD-146DAE31C70D}" srcId="{D3FA80EC-F724-43B1-BB5C-6C184FA9B334}" destId="{BBC7F6DC-9F2F-4D4E-8228-145852919965}" srcOrd="0" destOrd="0" parTransId="{056B799C-89AB-403F-B399-8059C0C491E0}" sibTransId="{447B40A6-B697-49E8-B2C8-D28EA2ACF0A4}"/>
    <dgm:cxn modelId="{44AF1C07-8937-4DCE-9215-0297BF50DA96}" type="presParOf" srcId="{E6FA524C-F501-42FC-AA53-254D1631C34A}" destId="{B497B74E-9AB4-474A-9A4D-2103EDD7A9AF}" srcOrd="0" destOrd="0" presId="urn:microsoft.com/office/officeart/2018/5/layout/IconCircleLabelList"/>
    <dgm:cxn modelId="{DBF1C624-63DD-4289-867E-30B4706F34BD}" type="presParOf" srcId="{B497B74E-9AB4-474A-9A4D-2103EDD7A9AF}" destId="{11E6E56D-7A2C-4D80-BC21-149959BE1353}" srcOrd="0" destOrd="0" presId="urn:microsoft.com/office/officeart/2018/5/layout/IconCircleLabelList"/>
    <dgm:cxn modelId="{6D6A026D-0AFC-4698-BAE0-6FBE21A8E67A}" type="presParOf" srcId="{B497B74E-9AB4-474A-9A4D-2103EDD7A9AF}" destId="{E276FA13-7CEC-4D99-B2C2-3328D95E7FEB}" srcOrd="1" destOrd="0" presId="urn:microsoft.com/office/officeart/2018/5/layout/IconCircleLabelList"/>
    <dgm:cxn modelId="{B93AED1A-E495-4B4B-8B5D-58AD769EC7C5}" type="presParOf" srcId="{B497B74E-9AB4-474A-9A4D-2103EDD7A9AF}" destId="{A98DC811-F12A-4778-BEB0-E59DA83B7053}" srcOrd="2" destOrd="0" presId="urn:microsoft.com/office/officeart/2018/5/layout/IconCircleLabelList"/>
    <dgm:cxn modelId="{30E6AC7B-B546-4F43-AEB7-CAFB8AE619F1}" type="presParOf" srcId="{B497B74E-9AB4-474A-9A4D-2103EDD7A9AF}" destId="{CA5D7499-5396-4A31-B1F4-5B2173E6673F}" srcOrd="3" destOrd="0" presId="urn:microsoft.com/office/officeart/2018/5/layout/IconCircleLabelList"/>
    <dgm:cxn modelId="{9311F6F2-8058-4E16-89E8-5B4EB1BF7E8E}" type="presParOf" srcId="{E6FA524C-F501-42FC-AA53-254D1631C34A}" destId="{243F78B6-801A-4A60-B003-E11ECBABE8C2}" srcOrd="1" destOrd="0" presId="urn:microsoft.com/office/officeart/2018/5/layout/IconCircleLabelList"/>
    <dgm:cxn modelId="{C6F8A3EC-6987-40A8-8038-36600278CF15}" type="presParOf" srcId="{E6FA524C-F501-42FC-AA53-254D1631C34A}" destId="{AF8FCBAF-99E7-43F0-99E4-FD5319B37A3E}" srcOrd="2" destOrd="0" presId="urn:microsoft.com/office/officeart/2018/5/layout/IconCircleLabelList"/>
    <dgm:cxn modelId="{42F040D5-F344-4C12-84A4-01FB0501C269}" type="presParOf" srcId="{AF8FCBAF-99E7-43F0-99E4-FD5319B37A3E}" destId="{F4BB122E-5F78-4C38-8906-54901A4F1399}" srcOrd="0" destOrd="0" presId="urn:microsoft.com/office/officeart/2018/5/layout/IconCircleLabelList"/>
    <dgm:cxn modelId="{AE526C00-1BC5-4ABE-8C6B-F1A0ED076169}" type="presParOf" srcId="{AF8FCBAF-99E7-43F0-99E4-FD5319B37A3E}" destId="{27DB78F1-73CF-4625-BF4F-1137FC32F93A}" srcOrd="1" destOrd="0" presId="urn:microsoft.com/office/officeart/2018/5/layout/IconCircleLabelList"/>
    <dgm:cxn modelId="{AC6D4C08-88BF-421E-BD41-5072912B1CE4}" type="presParOf" srcId="{AF8FCBAF-99E7-43F0-99E4-FD5319B37A3E}" destId="{5BF049BB-2EB3-46CC-9C74-7EEDBF557F91}" srcOrd="2" destOrd="0" presId="urn:microsoft.com/office/officeart/2018/5/layout/IconCircleLabelList"/>
    <dgm:cxn modelId="{9FE3C3C9-FB47-4720-ABA0-FFA4DDF9E3D9}" type="presParOf" srcId="{AF8FCBAF-99E7-43F0-99E4-FD5319B37A3E}" destId="{2D5FCB83-FA49-4E06-AEFE-DAFE69695E0A}" srcOrd="3" destOrd="0" presId="urn:microsoft.com/office/officeart/2018/5/layout/IconCircleLabelList"/>
    <dgm:cxn modelId="{0BA4BE20-ADC9-4A93-9334-DD142FA69874}" type="presParOf" srcId="{E6FA524C-F501-42FC-AA53-254D1631C34A}" destId="{F3259D28-2B5E-4262-8AAF-265C0A603B09}" srcOrd="3" destOrd="0" presId="urn:microsoft.com/office/officeart/2018/5/layout/IconCircleLabelList"/>
    <dgm:cxn modelId="{B7F1924C-679C-40B3-9D08-42DBBC200DDC}" type="presParOf" srcId="{E6FA524C-F501-42FC-AA53-254D1631C34A}" destId="{7CA16DFB-C454-4F3C-A9E4-6BF85F31CF2D}" srcOrd="4" destOrd="0" presId="urn:microsoft.com/office/officeart/2018/5/layout/IconCircleLabelList"/>
    <dgm:cxn modelId="{443520AD-0287-4C6C-A127-2D3B24AE27E6}" type="presParOf" srcId="{7CA16DFB-C454-4F3C-A9E4-6BF85F31CF2D}" destId="{7766D7B4-9EB0-418D-BAA7-EB094EEDEC52}" srcOrd="0" destOrd="0" presId="urn:microsoft.com/office/officeart/2018/5/layout/IconCircleLabelList"/>
    <dgm:cxn modelId="{9AB447F5-CA0B-431B-B1DA-F6F543026946}" type="presParOf" srcId="{7CA16DFB-C454-4F3C-A9E4-6BF85F31CF2D}" destId="{6B8D303D-AAE9-468A-8545-814BFA885402}" srcOrd="1" destOrd="0" presId="urn:microsoft.com/office/officeart/2018/5/layout/IconCircleLabelList"/>
    <dgm:cxn modelId="{47960DC0-4990-4435-A54E-D1AAF8BF5813}" type="presParOf" srcId="{7CA16DFB-C454-4F3C-A9E4-6BF85F31CF2D}" destId="{8E0B50DD-4633-41E6-BA83-D303DDE2778A}" srcOrd="2" destOrd="0" presId="urn:microsoft.com/office/officeart/2018/5/layout/IconCircleLabelList"/>
    <dgm:cxn modelId="{2B609A3A-FD21-4895-9B9C-DBFE1AE52B69}" type="presParOf" srcId="{7CA16DFB-C454-4F3C-A9E4-6BF85F31CF2D}" destId="{223A34FF-5BB5-4859-869E-55D4CB16986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7E1EE-8200-44D3-BEC0-A990783B582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A62E2-F923-4831-9B39-409758073AEB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8EE95-B880-4E81-9586-A649329F8D60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Excel everywhere</a:t>
          </a:r>
        </a:p>
      </dsp:txBody>
      <dsp:txXfrm>
        <a:off x="25435" y="2456402"/>
        <a:ext cx="1800000" cy="720000"/>
      </dsp:txXfrm>
    </dsp:sp>
    <dsp:sp modelId="{073688EE-4A7D-4F8F-90C7-93F049EA21F7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2E6EB-B982-4579-9AF3-7BC48669601F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1151F-2CF1-42D1-99EF-D9D96594E55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Real-world automation</a:t>
          </a:r>
        </a:p>
      </dsp:txBody>
      <dsp:txXfrm>
        <a:off x="2140435" y="2456402"/>
        <a:ext cx="1800000" cy="720000"/>
      </dsp:txXfrm>
    </dsp:sp>
    <dsp:sp modelId="{7871EE27-8CA3-423B-A206-898E883DE0E9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425060-628F-4EBC-8829-0C755C2CF862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92356-13E6-40C2-A03D-E3E67A6F445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Great practice with loops</a:t>
          </a:r>
        </a:p>
      </dsp:txBody>
      <dsp:txXfrm>
        <a:off x="4255435" y="2456402"/>
        <a:ext cx="1800000" cy="720000"/>
      </dsp:txXfrm>
    </dsp:sp>
    <dsp:sp modelId="{48452989-26A7-4F53-A1E7-C7BC44EC8851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BF197-DC66-4298-8470-44AF7CBD7C6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3C5FD-9674-4CBF-A872-1F0B227E28FB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Prepares for Pandas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5AAAA-4BED-409A-BD6B-498E46A3A431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B189D-33EA-4019-8C8F-D4150DCAEE8F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4BC6B-5584-4DF7-BEEB-3461F2CA9E80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Virtual environment</a:t>
          </a:r>
        </a:p>
      </dsp:txBody>
      <dsp:txXfrm>
        <a:off x="518589" y="1265836"/>
        <a:ext cx="1582031" cy="632812"/>
      </dsp:txXfrm>
    </dsp:sp>
    <dsp:sp modelId="{687BBDF1-BE05-4C58-B3E4-016D3C05E6EF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71E54-7D22-47AE-928E-D707FEA11D64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4BD75-2FE7-48F0-8E68-BE86E3BBABFC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Install openpyxl</a:t>
          </a:r>
        </a:p>
      </dsp:txBody>
      <dsp:txXfrm>
        <a:off x="2377476" y="1265836"/>
        <a:ext cx="1582031" cy="632812"/>
      </dsp:txXfrm>
    </dsp:sp>
    <dsp:sp modelId="{72D52E45-5782-4DF0-A96C-7B2C3DEC8F48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A2240D-F7E3-4F53-AE7A-60AE0884AA1F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29D15-0ED9-4C6E-AB7A-7317D8F444EF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Read Excel</a:t>
          </a:r>
        </a:p>
      </dsp:txBody>
      <dsp:txXfrm>
        <a:off x="4236363" y="1265836"/>
        <a:ext cx="1582031" cy="632812"/>
      </dsp:txXfrm>
    </dsp:sp>
    <dsp:sp modelId="{B218D3A7-B591-4511-B972-F1C872986047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D0DC7-9234-4F2E-B361-F8A76E23E228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14B7E-A6B4-4D87-99DF-464E7B7911CC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Dictionaries</a:t>
          </a:r>
        </a:p>
      </dsp:txBody>
      <dsp:txXfrm>
        <a:off x="6095249" y="1265836"/>
        <a:ext cx="1582031" cy="632812"/>
      </dsp:txXfrm>
    </dsp:sp>
    <dsp:sp modelId="{0BD9776F-BC63-426B-9316-FD536A30039F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04A01-6AC8-43E0-9078-ED3F1B120D2B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80CF6-F34B-4E98-AB56-DD9BF2388179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Write Excel</a:t>
          </a:r>
        </a:p>
      </dsp:txBody>
      <dsp:txXfrm>
        <a:off x="3306919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5B67B-AB95-42F4-AF06-75E09AF26024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9199D-A53B-4D71-817E-DB42B61F1831}">
      <dsp:nvSpPr>
        <dsp:cNvPr id="0" name=""/>
        <dsp:cNvSpPr/>
      </dsp:nvSpPr>
      <dsp:spPr>
        <a:xfrm>
          <a:off x="0" y="531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Workbook – entire Excel .xlsx file</a:t>
          </a:r>
        </a:p>
      </dsp:txBody>
      <dsp:txXfrm>
        <a:off x="0" y="531"/>
        <a:ext cx="7886700" cy="435148"/>
      </dsp:txXfrm>
    </dsp:sp>
    <dsp:sp modelId="{42426F89-C8E2-4890-B1A3-C661528D9CEA}">
      <dsp:nvSpPr>
        <dsp:cNvPr id="0" name=""/>
        <dsp:cNvSpPr/>
      </dsp:nvSpPr>
      <dsp:spPr>
        <a:xfrm>
          <a:off x="0" y="435679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22EF2-9665-4892-BDDD-97A6B0619DA3}">
      <dsp:nvSpPr>
        <dsp:cNvPr id="0" name=""/>
        <dsp:cNvSpPr/>
      </dsp:nvSpPr>
      <dsp:spPr>
        <a:xfrm>
          <a:off x="0" y="435679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Worksheet – a tab inside the workbook</a:t>
          </a:r>
        </a:p>
      </dsp:txBody>
      <dsp:txXfrm>
        <a:off x="0" y="435679"/>
        <a:ext cx="7886700" cy="435148"/>
      </dsp:txXfrm>
    </dsp:sp>
    <dsp:sp modelId="{D1FFFE75-8D44-40C6-B44F-DFA6B8DA2F32}">
      <dsp:nvSpPr>
        <dsp:cNvPr id="0" name=""/>
        <dsp:cNvSpPr/>
      </dsp:nvSpPr>
      <dsp:spPr>
        <a:xfrm>
          <a:off x="0" y="870827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761FC-B92B-4111-95C6-34CECDD15EB6}">
      <dsp:nvSpPr>
        <dsp:cNvPr id="0" name=""/>
        <dsp:cNvSpPr/>
      </dsp:nvSpPr>
      <dsp:spPr>
        <a:xfrm>
          <a:off x="0" y="870827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Cell – smallest data container (e.g., A1)</a:t>
          </a:r>
        </a:p>
      </dsp:txBody>
      <dsp:txXfrm>
        <a:off x="0" y="870827"/>
        <a:ext cx="7886700" cy="435148"/>
      </dsp:txXfrm>
    </dsp:sp>
    <dsp:sp modelId="{54889E9A-8C91-47D4-B142-69FB8DC94A2E}">
      <dsp:nvSpPr>
        <dsp:cNvPr id="0" name=""/>
        <dsp:cNvSpPr/>
      </dsp:nvSpPr>
      <dsp:spPr>
        <a:xfrm>
          <a:off x="0" y="1305975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9AADF-988D-4752-9FC4-5679920E19C2}">
      <dsp:nvSpPr>
        <dsp:cNvPr id="0" name=""/>
        <dsp:cNvSpPr/>
      </dsp:nvSpPr>
      <dsp:spPr>
        <a:xfrm>
          <a:off x="0" y="1305975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Row – horizontal group of cells</a:t>
          </a:r>
        </a:p>
      </dsp:txBody>
      <dsp:txXfrm>
        <a:off x="0" y="1305975"/>
        <a:ext cx="7886700" cy="435148"/>
      </dsp:txXfrm>
    </dsp:sp>
    <dsp:sp modelId="{9CC9CC2B-B68A-4C5E-BAE6-84E801203F47}">
      <dsp:nvSpPr>
        <dsp:cNvPr id="0" name=""/>
        <dsp:cNvSpPr/>
      </dsp:nvSpPr>
      <dsp:spPr>
        <a:xfrm>
          <a:off x="0" y="1741123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BDF6A-89B5-4C07-A846-7E5EB55B0BC4}">
      <dsp:nvSpPr>
        <dsp:cNvPr id="0" name=""/>
        <dsp:cNvSpPr/>
      </dsp:nvSpPr>
      <dsp:spPr>
        <a:xfrm>
          <a:off x="0" y="1741123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Column – vertical group of cells</a:t>
          </a:r>
        </a:p>
      </dsp:txBody>
      <dsp:txXfrm>
        <a:off x="0" y="1741123"/>
        <a:ext cx="7886700" cy="435148"/>
      </dsp:txXfrm>
    </dsp:sp>
    <dsp:sp modelId="{69403852-9B60-4B86-ADFB-C32ED218CB1F}">
      <dsp:nvSpPr>
        <dsp:cNvPr id="0" name=""/>
        <dsp:cNvSpPr/>
      </dsp:nvSpPr>
      <dsp:spPr>
        <a:xfrm>
          <a:off x="0" y="2176272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29793-408E-4DF1-9A3D-170633FA5BCB}">
      <dsp:nvSpPr>
        <dsp:cNvPr id="0" name=""/>
        <dsp:cNvSpPr/>
      </dsp:nvSpPr>
      <dsp:spPr>
        <a:xfrm>
          <a:off x="0" y="2176272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Header Row – labels like Name, Email, Grade</a:t>
          </a:r>
        </a:p>
      </dsp:txBody>
      <dsp:txXfrm>
        <a:off x="0" y="2176272"/>
        <a:ext cx="7886700" cy="435148"/>
      </dsp:txXfrm>
    </dsp:sp>
    <dsp:sp modelId="{0FE52849-762C-41E5-B31F-CCE33AE2BD40}">
      <dsp:nvSpPr>
        <dsp:cNvPr id="0" name=""/>
        <dsp:cNvSpPr/>
      </dsp:nvSpPr>
      <dsp:spPr>
        <a:xfrm>
          <a:off x="0" y="2611420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B2ED8-98A0-4000-AC43-A05B5C5B1A21}">
      <dsp:nvSpPr>
        <dsp:cNvPr id="0" name=""/>
        <dsp:cNvSpPr/>
      </dsp:nvSpPr>
      <dsp:spPr>
        <a:xfrm>
          <a:off x="0" y="2611420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Cell Value – actual data or formula in a cell</a:t>
          </a:r>
        </a:p>
      </dsp:txBody>
      <dsp:txXfrm>
        <a:off x="0" y="2611420"/>
        <a:ext cx="7886700" cy="435148"/>
      </dsp:txXfrm>
    </dsp:sp>
    <dsp:sp modelId="{62CBA893-732A-40F8-8C54-D84141941F41}">
      <dsp:nvSpPr>
        <dsp:cNvPr id="0" name=""/>
        <dsp:cNvSpPr/>
      </dsp:nvSpPr>
      <dsp:spPr>
        <a:xfrm>
          <a:off x="0" y="3046568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760F8-AC93-44C2-88DB-6DF48FAD66A3}">
      <dsp:nvSpPr>
        <dsp:cNvPr id="0" name=""/>
        <dsp:cNvSpPr/>
      </dsp:nvSpPr>
      <dsp:spPr>
        <a:xfrm>
          <a:off x="0" y="3046568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openpyxl – library for reading/writing .xlsx</a:t>
          </a:r>
        </a:p>
      </dsp:txBody>
      <dsp:txXfrm>
        <a:off x="0" y="3046568"/>
        <a:ext cx="7886700" cy="435148"/>
      </dsp:txXfrm>
    </dsp:sp>
    <dsp:sp modelId="{59EE049D-D491-4AD1-90EA-F3C15FD228AC}">
      <dsp:nvSpPr>
        <dsp:cNvPr id="0" name=""/>
        <dsp:cNvSpPr/>
      </dsp:nvSpPr>
      <dsp:spPr>
        <a:xfrm>
          <a:off x="0" y="3481716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D955A-8CDB-4224-B703-7597A6F4B7B9}">
      <dsp:nvSpPr>
        <dsp:cNvPr id="0" name=""/>
        <dsp:cNvSpPr/>
      </dsp:nvSpPr>
      <dsp:spPr>
        <a:xfrm>
          <a:off x="0" y="3481716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Virtual Environment – isolated Python setup</a:t>
          </a:r>
        </a:p>
      </dsp:txBody>
      <dsp:txXfrm>
        <a:off x="0" y="3481716"/>
        <a:ext cx="7886700" cy="435148"/>
      </dsp:txXfrm>
    </dsp:sp>
    <dsp:sp modelId="{773BB9D0-E687-4A62-B3DC-C6ADC71399BC}">
      <dsp:nvSpPr>
        <dsp:cNvPr id="0" name=""/>
        <dsp:cNvSpPr/>
      </dsp:nvSpPr>
      <dsp:spPr>
        <a:xfrm>
          <a:off x="0" y="3916864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C5CE4-4303-4E94-BC0A-C40F75F098B4}">
      <dsp:nvSpPr>
        <dsp:cNvPr id="0" name=""/>
        <dsp:cNvSpPr/>
      </dsp:nvSpPr>
      <dsp:spPr>
        <a:xfrm>
          <a:off x="0" y="3916864"/>
          <a:ext cx="7886700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Dictionary – key/value data structure</a:t>
          </a:r>
        </a:p>
      </dsp:txBody>
      <dsp:txXfrm>
        <a:off x="0" y="3916864"/>
        <a:ext cx="7886700" cy="4351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DD2FC-8B96-4EBD-A5BD-9FCD6BF43410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558EF-999A-4557-AC2A-F2801CE97A31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Create folder</a:t>
          </a:r>
        </a:p>
      </dsp:txBody>
      <dsp:txXfrm>
        <a:off x="78583" y="2435142"/>
        <a:ext cx="2399612" cy="720000"/>
      </dsp:txXfrm>
    </dsp:sp>
    <dsp:sp modelId="{F48234E6-C55F-43BA-8E81-714A0E896CFB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39492-905E-4518-BBCB-D09A9D15FDD9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Add sample Excel</a:t>
          </a:r>
        </a:p>
      </dsp:txBody>
      <dsp:txXfrm>
        <a:off x="2898129" y="2435142"/>
        <a:ext cx="2399612" cy="720000"/>
      </dsp:txXfrm>
    </dsp:sp>
    <dsp:sp modelId="{AC75F9E8-8E73-48F6-BE07-2CC75B38BB92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E016D-CF0B-4E39-9AE6-20C011BF59F0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Open in VS Code</a:t>
          </a:r>
        </a:p>
      </dsp:txBody>
      <dsp:txXfrm>
        <a:off x="5717674" y="2435142"/>
        <a:ext cx="239961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21FD2-B170-484C-BBF5-34890D6153FE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A187F2-B06B-4EEC-822E-77B565055846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41964-674E-46CA-8AFF-2EFC6D8899CA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python -m venv venv</a:t>
          </a:r>
        </a:p>
      </dsp:txBody>
      <dsp:txXfrm>
        <a:off x="1736122" y="1100"/>
        <a:ext cx="2172539" cy="921683"/>
      </dsp:txXfrm>
    </dsp:sp>
    <dsp:sp modelId="{0C8F04F1-132B-4F15-9E01-6A31E06106B2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D0405F-0E58-40E6-A566-14F63075182B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B9360-B85F-4D04-AB75-927E6027C395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Activate with yourprojectroot/venv/scripts/activate.ps1</a:t>
          </a:r>
        </a:p>
      </dsp:txBody>
      <dsp:txXfrm>
        <a:off x="5406396" y="1100"/>
        <a:ext cx="2172539" cy="921683"/>
      </dsp:txXfrm>
    </dsp:sp>
    <dsp:sp modelId="{44B88A62-B741-46A9-8594-2284E6C11A91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48E90-3644-4562-BAAF-4A3ED0AEB195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ED033-AF9F-4747-9720-822814A5E83B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pip list</a:t>
          </a:r>
        </a:p>
      </dsp:txBody>
      <dsp:txXfrm>
        <a:off x="1736122" y="1635560"/>
        <a:ext cx="2172539" cy="921683"/>
      </dsp:txXfrm>
    </dsp:sp>
    <dsp:sp modelId="{C3A3FA9A-3C8C-4BC9-9354-BB0212081E10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0B746-FAE5-403E-BAFA-57B0DB27EDDB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D18CC-96AD-40E0-8D7C-B740D2B2A57A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9"/>
            </a:rPr>
            <a:t>https://realpython.com/python-virtual-environments-a-primer/</a:t>
          </a:r>
          <a:r>
            <a:rPr lang="en-US" sz="1100" kern="1200"/>
            <a:t> - Friendly Intermediate</a:t>
          </a:r>
        </a:p>
      </dsp:txBody>
      <dsp:txXfrm>
        <a:off x="5406396" y="1635560"/>
        <a:ext cx="2172539" cy="921683"/>
      </dsp:txXfrm>
    </dsp:sp>
    <dsp:sp modelId="{9ABE2CCF-6D78-43D5-9587-A2CAC9DCE0FE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B5A0EB-92D3-4D35-97E4-CDE4419240A3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95DA4-A3F5-48AE-A39C-7FA2097C9B8E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12"/>
            </a:rPr>
            <a:t>https://docs.python.org/3/library/venv.html</a:t>
          </a:r>
          <a:r>
            <a:rPr lang="en-US" sz="1100" kern="1200"/>
            <a:t> - Official</a:t>
          </a:r>
        </a:p>
      </dsp:txBody>
      <dsp:txXfrm>
        <a:off x="1736122" y="3270020"/>
        <a:ext cx="2172539" cy="9216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85C23-2C9F-49A4-A307-36A1A33E1CF5}">
      <dsp:nvSpPr>
        <dsp:cNvPr id="0" name=""/>
        <dsp:cNvSpPr/>
      </dsp:nvSpPr>
      <dsp:spPr>
        <a:xfrm>
          <a:off x="0" y="4250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C43C2-3DE9-452D-864C-63702C5652A3}">
      <dsp:nvSpPr>
        <dsp:cNvPr id="0" name=""/>
        <dsp:cNvSpPr/>
      </dsp:nvSpPr>
      <dsp:spPr>
        <a:xfrm>
          <a:off x="273872" y="207957"/>
          <a:ext cx="497949" cy="49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2AAA0-F680-40F8-BF61-0B93BD37AB28}">
      <dsp:nvSpPr>
        <dsp:cNvPr id="0" name=""/>
        <dsp:cNvSpPr/>
      </dsp:nvSpPr>
      <dsp:spPr>
        <a:xfrm>
          <a:off x="1045694" y="4250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Need for Package Indexer</a:t>
          </a:r>
        </a:p>
      </dsp:txBody>
      <dsp:txXfrm>
        <a:off x="1045694" y="4250"/>
        <a:ext cx="4077231" cy="905363"/>
      </dsp:txXfrm>
    </dsp:sp>
    <dsp:sp modelId="{315EFF34-3E30-4666-BBDC-D01A6E7507DE}">
      <dsp:nvSpPr>
        <dsp:cNvPr id="0" name=""/>
        <dsp:cNvSpPr/>
      </dsp:nvSpPr>
      <dsp:spPr>
        <a:xfrm>
          <a:off x="0" y="1135954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28273-50D8-42A4-B4ED-0841EA1F4A76}">
      <dsp:nvSpPr>
        <dsp:cNvPr id="0" name=""/>
        <dsp:cNvSpPr/>
      </dsp:nvSpPr>
      <dsp:spPr>
        <a:xfrm>
          <a:off x="273872" y="1339661"/>
          <a:ext cx="497949" cy="49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F6024-30FE-40E6-88A0-7CF0BB46DE3D}">
      <dsp:nvSpPr>
        <dsp:cNvPr id="0" name=""/>
        <dsp:cNvSpPr/>
      </dsp:nvSpPr>
      <dsp:spPr>
        <a:xfrm>
          <a:off x="1045694" y="1135954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hlinkClick xmlns:r="http://schemas.openxmlformats.org/officeDocument/2006/relationships" r:id="rId5"/>
            </a:rPr>
            <a:t>https://pypi.org/</a:t>
          </a:r>
          <a:r>
            <a:rPr lang="en-US" sz="1900" kern="1200"/>
            <a:t> - 99% of packages</a:t>
          </a:r>
        </a:p>
      </dsp:txBody>
      <dsp:txXfrm>
        <a:off x="1045694" y="1135954"/>
        <a:ext cx="4077231" cy="905363"/>
      </dsp:txXfrm>
    </dsp:sp>
    <dsp:sp modelId="{009ACA77-B86E-4AC0-8FA7-946263EFBB76}">
      <dsp:nvSpPr>
        <dsp:cNvPr id="0" name=""/>
        <dsp:cNvSpPr/>
      </dsp:nvSpPr>
      <dsp:spPr>
        <a:xfrm>
          <a:off x="0" y="2267658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F7439-9570-4F26-8230-8D7124678BD1}">
      <dsp:nvSpPr>
        <dsp:cNvPr id="0" name=""/>
        <dsp:cNvSpPr/>
      </dsp:nvSpPr>
      <dsp:spPr>
        <a:xfrm>
          <a:off x="273872" y="2471365"/>
          <a:ext cx="497949" cy="497949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93629-519C-48DB-8337-D09AA0644BE1}">
      <dsp:nvSpPr>
        <dsp:cNvPr id="0" name=""/>
        <dsp:cNvSpPr/>
      </dsp:nvSpPr>
      <dsp:spPr>
        <a:xfrm>
          <a:off x="1045694" y="2267658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Package Index find</a:t>
          </a:r>
        </a:p>
      </dsp:txBody>
      <dsp:txXfrm>
        <a:off x="1045694" y="2267658"/>
        <a:ext cx="4077231" cy="905363"/>
      </dsp:txXfrm>
    </dsp:sp>
    <dsp:sp modelId="{AE83B16D-2244-4380-A65F-0ECD9498812F}">
      <dsp:nvSpPr>
        <dsp:cNvPr id="0" name=""/>
        <dsp:cNvSpPr/>
      </dsp:nvSpPr>
      <dsp:spPr>
        <a:xfrm>
          <a:off x="0" y="3399362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928680-C346-40FF-A0B2-415CF63AB4AE}">
      <dsp:nvSpPr>
        <dsp:cNvPr id="0" name=""/>
        <dsp:cNvSpPr/>
      </dsp:nvSpPr>
      <dsp:spPr>
        <a:xfrm>
          <a:off x="273872" y="3603069"/>
          <a:ext cx="497949" cy="497949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22469-59B7-4933-8375-30EDF4D357E5}">
      <dsp:nvSpPr>
        <dsp:cNvPr id="0" name=""/>
        <dsp:cNvSpPr/>
      </dsp:nvSpPr>
      <dsp:spPr>
        <a:xfrm>
          <a:off x="1045694" y="3399362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pip install openpyxl</a:t>
          </a:r>
        </a:p>
      </dsp:txBody>
      <dsp:txXfrm>
        <a:off x="1045694" y="3399362"/>
        <a:ext cx="4077231" cy="905363"/>
      </dsp:txXfrm>
    </dsp:sp>
    <dsp:sp modelId="{D965E22E-01B6-4FC7-AD50-85581ADEA4B2}">
      <dsp:nvSpPr>
        <dsp:cNvPr id="0" name=""/>
        <dsp:cNvSpPr/>
      </dsp:nvSpPr>
      <dsp:spPr>
        <a:xfrm>
          <a:off x="0" y="4531066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29946-1F3E-4A2E-A2DF-15E0D06D5CB1}">
      <dsp:nvSpPr>
        <dsp:cNvPr id="0" name=""/>
        <dsp:cNvSpPr/>
      </dsp:nvSpPr>
      <dsp:spPr>
        <a:xfrm>
          <a:off x="273872" y="4734773"/>
          <a:ext cx="497949" cy="497949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DDE63-B60C-40D7-8198-BE0C9BD988D0}">
      <dsp:nvSpPr>
        <dsp:cNvPr id="0" name=""/>
        <dsp:cNvSpPr/>
      </dsp:nvSpPr>
      <dsp:spPr>
        <a:xfrm>
          <a:off x="1045694" y="4531066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pip show</a:t>
          </a:r>
        </a:p>
      </dsp:txBody>
      <dsp:txXfrm>
        <a:off x="1045694" y="4531066"/>
        <a:ext cx="4077231" cy="9053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30A27-19D0-4490-A145-F4BC7861F9DA}">
      <dsp:nvSpPr>
        <dsp:cNvPr id="0" name=""/>
        <dsp:cNvSpPr/>
      </dsp:nvSpPr>
      <dsp:spPr>
        <a:xfrm>
          <a:off x="0" y="660892"/>
          <a:ext cx="5122926" cy="12712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• Columns</a:t>
          </a:r>
        </a:p>
      </dsp:txBody>
      <dsp:txXfrm>
        <a:off x="62055" y="722947"/>
        <a:ext cx="4998816" cy="1147095"/>
      </dsp:txXfrm>
    </dsp:sp>
    <dsp:sp modelId="{C74935DD-E454-4BC1-ABF9-CCDD1D4215BB}">
      <dsp:nvSpPr>
        <dsp:cNvPr id="0" name=""/>
        <dsp:cNvSpPr/>
      </dsp:nvSpPr>
      <dsp:spPr>
        <a:xfrm>
          <a:off x="0" y="2084737"/>
          <a:ext cx="5122926" cy="127120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• Header row</a:t>
          </a:r>
        </a:p>
      </dsp:txBody>
      <dsp:txXfrm>
        <a:off x="62055" y="2146792"/>
        <a:ext cx="4998816" cy="1147095"/>
      </dsp:txXfrm>
    </dsp:sp>
    <dsp:sp modelId="{9931C1CA-4A14-4D69-84FD-EC96094BD380}">
      <dsp:nvSpPr>
        <dsp:cNvPr id="0" name=""/>
        <dsp:cNvSpPr/>
      </dsp:nvSpPr>
      <dsp:spPr>
        <a:xfrm>
          <a:off x="0" y="3508582"/>
          <a:ext cx="5122926" cy="127120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• Table structure</a:t>
          </a:r>
        </a:p>
      </dsp:txBody>
      <dsp:txXfrm>
        <a:off x="62055" y="3570637"/>
        <a:ext cx="4998816" cy="11470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5B43D-B595-4CC1-BD8B-E1CEC0BB0E6D}">
      <dsp:nvSpPr>
        <dsp:cNvPr id="0" name=""/>
        <dsp:cNvSpPr/>
      </dsp:nvSpPr>
      <dsp:spPr>
        <a:xfrm>
          <a:off x="0" y="884110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975A6-9F0F-4A5C-828C-0975E13A95C6}">
      <dsp:nvSpPr>
        <dsp:cNvPr id="0" name=""/>
        <dsp:cNvSpPr/>
      </dsp:nvSpPr>
      <dsp:spPr>
        <a:xfrm>
          <a:off x="493741" y="1251356"/>
          <a:ext cx="897712" cy="897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FB934-8FF1-42CB-BD08-5AA5B9DAC88F}">
      <dsp:nvSpPr>
        <dsp:cNvPr id="0" name=""/>
        <dsp:cNvSpPr/>
      </dsp:nvSpPr>
      <dsp:spPr>
        <a:xfrm>
          <a:off x="1885195" y="884110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load_workbook()</a:t>
          </a:r>
        </a:p>
      </dsp:txBody>
      <dsp:txXfrm>
        <a:off x="1885195" y="884110"/>
        <a:ext cx="3237730" cy="1632204"/>
      </dsp:txXfrm>
    </dsp:sp>
    <dsp:sp modelId="{68D74396-9F05-42F1-8AE4-4EA1EB99EEB5}">
      <dsp:nvSpPr>
        <dsp:cNvPr id="0" name=""/>
        <dsp:cNvSpPr/>
      </dsp:nvSpPr>
      <dsp:spPr>
        <a:xfrm>
          <a:off x="0" y="2924365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B26F7-3F98-4838-9E33-52E592336012}">
      <dsp:nvSpPr>
        <dsp:cNvPr id="0" name=""/>
        <dsp:cNvSpPr/>
      </dsp:nvSpPr>
      <dsp:spPr>
        <a:xfrm>
          <a:off x="493741" y="3291611"/>
          <a:ext cx="897712" cy="897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15BDE-F2EE-4747-BADB-9E55C4DC850A}">
      <dsp:nvSpPr>
        <dsp:cNvPr id="0" name=""/>
        <dsp:cNvSpPr/>
      </dsp:nvSpPr>
      <dsp:spPr>
        <a:xfrm>
          <a:off x="1885195" y="2924365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wb.active</a:t>
          </a:r>
        </a:p>
      </dsp:txBody>
      <dsp:txXfrm>
        <a:off x="1885195" y="2924365"/>
        <a:ext cx="3237730" cy="16322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E0AD4-0B36-466B-B934-106C061EE417}">
      <dsp:nvSpPr>
        <dsp:cNvPr id="0" name=""/>
        <dsp:cNvSpPr/>
      </dsp:nvSpPr>
      <dsp:spPr>
        <a:xfrm>
          <a:off x="730349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703D5-EFB0-43A4-8F33-FF61A07E0A5C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66FF6-1C51-4C10-9416-8472540B8783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iter_rows(values_only=True)</a:t>
          </a:r>
        </a:p>
      </dsp:txBody>
      <dsp:txXfrm>
        <a:off x="28349" y="3255669"/>
        <a:ext cx="3600000" cy="720000"/>
      </dsp:txXfrm>
    </dsp:sp>
    <dsp:sp modelId="{95BB5009-D983-4A20-8258-E7D2FEA5F0C5}">
      <dsp:nvSpPr>
        <dsp:cNvPr id="0" name=""/>
        <dsp:cNvSpPr/>
      </dsp:nvSpPr>
      <dsp:spPr>
        <a:xfrm>
          <a:off x="496035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AAD6F-3990-4AD8-BE34-ADD0E90F9CA9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B4594-F07E-467E-BF68-13D4781D9340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Skip header</a:t>
          </a:r>
        </a:p>
      </dsp:txBody>
      <dsp:txXfrm>
        <a:off x="4258350" y="3255669"/>
        <a:ext cx="36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601A2-229C-43FD-9390-C871AEEC028D}">
      <dsp:nvSpPr>
        <dsp:cNvPr id="0" name=""/>
        <dsp:cNvSpPr/>
      </dsp:nvSpPr>
      <dsp:spPr>
        <a:xfrm>
          <a:off x="0" y="884110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E4BAB-00F4-4801-AC1E-898E11654D35}">
      <dsp:nvSpPr>
        <dsp:cNvPr id="0" name=""/>
        <dsp:cNvSpPr/>
      </dsp:nvSpPr>
      <dsp:spPr>
        <a:xfrm>
          <a:off x="493741" y="1251356"/>
          <a:ext cx="897712" cy="897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D8555-4512-41A3-843A-01D407C4539A}">
      <dsp:nvSpPr>
        <dsp:cNvPr id="0" name=""/>
        <dsp:cNvSpPr/>
      </dsp:nvSpPr>
      <dsp:spPr>
        <a:xfrm>
          <a:off x="1885195" y="884110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Keys = column names</a:t>
          </a:r>
        </a:p>
      </dsp:txBody>
      <dsp:txXfrm>
        <a:off x="1885195" y="884110"/>
        <a:ext cx="3237730" cy="1632204"/>
      </dsp:txXfrm>
    </dsp:sp>
    <dsp:sp modelId="{FD52EA64-3239-4D65-B2FF-02CB669DA61B}">
      <dsp:nvSpPr>
        <dsp:cNvPr id="0" name=""/>
        <dsp:cNvSpPr/>
      </dsp:nvSpPr>
      <dsp:spPr>
        <a:xfrm>
          <a:off x="0" y="2924365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716F39-3273-47C1-891C-FA97B944EF62}">
      <dsp:nvSpPr>
        <dsp:cNvPr id="0" name=""/>
        <dsp:cNvSpPr/>
      </dsp:nvSpPr>
      <dsp:spPr>
        <a:xfrm>
          <a:off x="493741" y="3291611"/>
          <a:ext cx="897712" cy="897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E1400-2FAA-4DEA-A814-79CE4D83FFBB}">
      <dsp:nvSpPr>
        <dsp:cNvPr id="0" name=""/>
        <dsp:cNvSpPr/>
      </dsp:nvSpPr>
      <dsp:spPr>
        <a:xfrm>
          <a:off x="1885195" y="2924365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Easier than tuples</a:t>
          </a:r>
        </a:p>
      </dsp:txBody>
      <dsp:txXfrm>
        <a:off x="1885195" y="2924365"/>
        <a:ext cx="3237730" cy="163220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8408F-4933-4A41-8412-DCF90FDFEBB5}">
      <dsp:nvSpPr>
        <dsp:cNvPr id="0" name=""/>
        <dsp:cNvSpPr/>
      </dsp:nvSpPr>
      <dsp:spPr>
        <a:xfrm>
          <a:off x="1979275" y="179710"/>
          <a:ext cx="1164375" cy="116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50BF2-7680-43DC-9E83-158FABF9BB6E}">
      <dsp:nvSpPr>
        <dsp:cNvPr id="0" name=""/>
        <dsp:cNvSpPr/>
      </dsp:nvSpPr>
      <dsp:spPr>
        <a:xfrm>
          <a:off x="1267713" y="1676902"/>
          <a:ext cx="25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student['name']</a:t>
          </a:r>
        </a:p>
      </dsp:txBody>
      <dsp:txXfrm>
        <a:off x="1267713" y="1676902"/>
        <a:ext cx="2587500" cy="720000"/>
      </dsp:txXfrm>
    </dsp:sp>
    <dsp:sp modelId="{70DB8382-2F97-4DF3-8C3A-15B1255D24E9}">
      <dsp:nvSpPr>
        <dsp:cNvPr id="0" name=""/>
        <dsp:cNvSpPr/>
      </dsp:nvSpPr>
      <dsp:spPr>
        <a:xfrm>
          <a:off x="1979275" y="3043777"/>
          <a:ext cx="1164375" cy="1164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00DFB-7332-430B-8996-333092A2E8CE}">
      <dsp:nvSpPr>
        <dsp:cNvPr id="0" name=""/>
        <dsp:cNvSpPr/>
      </dsp:nvSpPr>
      <dsp:spPr>
        <a:xfrm>
          <a:off x="1267713" y="4540969"/>
          <a:ext cx="25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Clean, readable</a:t>
          </a:r>
        </a:p>
      </dsp:txBody>
      <dsp:txXfrm>
        <a:off x="1267713" y="4540969"/>
        <a:ext cx="25875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11F018-074C-4F4D-9E53-38481399F221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5C670-328F-4202-B181-56963872EDB4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Filter</a:t>
          </a:r>
        </a:p>
      </dsp:txBody>
      <dsp:txXfrm>
        <a:off x="291148" y="2456435"/>
        <a:ext cx="2180418" cy="720000"/>
      </dsp:txXfrm>
    </dsp:sp>
    <dsp:sp modelId="{F60E4A39-740E-44EE-8788-2CADCF651200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F232A-161F-452C-AC31-410DA7BFBF05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Cleaning</a:t>
          </a:r>
        </a:p>
      </dsp:txBody>
      <dsp:txXfrm>
        <a:off x="2853140" y="2456435"/>
        <a:ext cx="2180418" cy="720000"/>
      </dsp:txXfrm>
    </dsp:sp>
    <dsp:sp modelId="{33FA35DC-4AC1-4003-9EF3-D7BE51710E61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D130E-C66A-472B-B4A9-435F55021C17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Add fields</a:t>
          </a:r>
        </a:p>
      </dsp:txBody>
      <dsp:txXfrm>
        <a:off x="5415132" y="2456435"/>
        <a:ext cx="2180418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478DD-F5A2-4623-B046-133995E082E2}">
      <dsp:nvSpPr>
        <dsp:cNvPr id="0" name=""/>
        <dsp:cNvSpPr/>
      </dsp:nvSpPr>
      <dsp:spPr>
        <a:xfrm>
          <a:off x="0" y="664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468D3-4FD1-4A5E-9474-4F1B189A2EAE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E1DF3-3AB2-44D0-908F-098AAB88CC7E}">
      <dsp:nvSpPr>
        <dsp:cNvPr id="0" name=""/>
        <dsp:cNvSpPr/>
      </dsp:nvSpPr>
      <dsp:spPr>
        <a:xfrm>
          <a:off x="1794986" y="664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Workbook()</a:t>
          </a:r>
        </a:p>
      </dsp:txBody>
      <dsp:txXfrm>
        <a:off x="1794986" y="664"/>
        <a:ext cx="3327939" cy="1554100"/>
      </dsp:txXfrm>
    </dsp:sp>
    <dsp:sp modelId="{14D660DA-DC4D-4CED-A1DD-F6C94FD8F9B7}">
      <dsp:nvSpPr>
        <dsp:cNvPr id="0" name=""/>
        <dsp:cNvSpPr/>
      </dsp:nvSpPr>
      <dsp:spPr>
        <a:xfrm>
          <a:off x="0" y="1943289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E8B28-34B9-4688-B81D-8299127C1693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25809-A9D9-459E-AF95-A1FA2940E7DD}">
      <dsp:nvSpPr>
        <dsp:cNvPr id="0" name=""/>
        <dsp:cNvSpPr/>
      </dsp:nvSpPr>
      <dsp:spPr>
        <a:xfrm>
          <a:off x="1794986" y="1943289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append()</a:t>
          </a:r>
        </a:p>
      </dsp:txBody>
      <dsp:txXfrm>
        <a:off x="1794986" y="1943289"/>
        <a:ext cx="3327939" cy="1554100"/>
      </dsp:txXfrm>
    </dsp:sp>
    <dsp:sp modelId="{E85C3CBD-B90A-492E-BFA4-F134E134D7EC}">
      <dsp:nvSpPr>
        <dsp:cNvPr id="0" name=""/>
        <dsp:cNvSpPr/>
      </dsp:nvSpPr>
      <dsp:spPr>
        <a:xfrm>
          <a:off x="0" y="3885915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BE708B-AA5B-4DC8-BDA2-826C116C37FA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24F5C-3C7C-4F6F-A2AD-EE7CBFE3ECF0}">
      <dsp:nvSpPr>
        <dsp:cNvPr id="0" name=""/>
        <dsp:cNvSpPr/>
      </dsp:nvSpPr>
      <dsp:spPr>
        <a:xfrm>
          <a:off x="1794986" y="3885915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save()</a:t>
          </a:r>
        </a:p>
      </dsp:txBody>
      <dsp:txXfrm>
        <a:off x="1794986" y="3885915"/>
        <a:ext cx="3327939" cy="15541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36E6E-3D9B-42D5-8A75-0B43F9BAE433}">
      <dsp:nvSpPr>
        <dsp:cNvPr id="0" name=""/>
        <dsp:cNvSpPr/>
      </dsp:nvSpPr>
      <dsp:spPr>
        <a:xfrm>
          <a:off x="0" y="370332"/>
          <a:ext cx="4773168" cy="477316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8F9D5-9CAC-4908-8279-A8F73B5291F2}">
      <dsp:nvSpPr>
        <dsp:cNvPr id="0" name=""/>
        <dsp:cNvSpPr/>
      </dsp:nvSpPr>
      <dsp:spPr>
        <a:xfrm>
          <a:off x="453450" y="823782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Load → </a:t>
          </a:r>
        </a:p>
      </dsp:txBody>
      <dsp:txXfrm>
        <a:off x="544323" y="914655"/>
        <a:ext cx="1679789" cy="1679789"/>
      </dsp:txXfrm>
    </dsp:sp>
    <dsp:sp modelId="{EF8DEA32-5C93-4FD7-9CBB-B3F1879429F8}">
      <dsp:nvSpPr>
        <dsp:cNvPr id="0" name=""/>
        <dsp:cNvSpPr/>
      </dsp:nvSpPr>
      <dsp:spPr>
        <a:xfrm>
          <a:off x="2458181" y="823782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Dicts → </a:t>
          </a:r>
        </a:p>
      </dsp:txBody>
      <dsp:txXfrm>
        <a:off x="2549054" y="914655"/>
        <a:ext cx="1679789" cy="1679789"/>
      </dsp:txXfrm>
    </dsp:sp>
    <dsp:sp modelId="{3AB9A57F-38EB-4439-BCEE-4B31FD433CA3}">
      <dsp:nvSpPr>
        <dsp:cNvPr id="0" name=""/>
        <dsp:cNvSpPr/>
      </dsp:nvSpPr>
      <dsp:spPr>
        <a:xfrm>
          <a:off x="453450" y="2828513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Modify → </a:t>
          </a:r>
        </a:p>
      </dsp:txBody>
      <dsp:txXfrm>
        <a:off x="544323" y="2919386"/>
        <a:ext cx="1679789" cy="1679789"/>
      </dsp:txXfrm>
    </dsp:sp>
    <dsp:sp modelId="{E24802BF-DC91-4E01-A926-FE4A054CBFFB}">
      <dsp:nvSpPr>
        <dsp:cNvPr id="0" name=""/>
        <dsp:cNvSpPr/>
      </dsp:nvSpPr>
      <dsp:spPr>
        <a:xfrm>
          <a:off x="2458181" y="2828513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Save</a:t>
          </a:r>
        </a:p>
      </dsp:txBody>
      <dsp:txXfrm>
        <a:off x="2549054" y="2919386"/>
        <a:ext cx="1679789" cy="167978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A32EB-5E97-42CA-828A-AFA8B70E1477}">
      <dsp:nvSpPr>
        <dsp:cNvPr id="0" name=""/>
        <dsp:cNvSpPr/>
      </dsp:nvSpPr>
      <dsp:spPr>
        <a:xfrm>
          <a:off x="0" y="2258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1D837-42CB-4768-91CF-BA75395E4C39}">
      <dsp:nvSpPr>
        <dsp:cNvPr id="0" name=""/>
        <dsp:cNvSpPr/>
      </dsp:nvSpPr>
      <dsp:spPr>
        <a:xfrm>
          <a:off x="346197" y="259760"/>
          <a:ext cx="629450" cy="6294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C1980-004E-45A1-A67E-F574014B89D6}">
      <dsp:nvSpPr>
        <dsp:cNvPr id="0" name=""/>
        <dsp:cNvSpPr/>
      </dsp:nvSpPr>
      <dsp:spPr>
        <a:xfrm>
          <a:off x="1321846" y="2258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Multi-sheet</a:t>
          </a:r>
        </a:p>
      </dsp:txBody>
      <dsp:txXfrm>
        <a:off x="1321846" y="2258"/>
        <a:ext cx="3801079" cy="1144455"/>
      </dsp:txXfrm>
    </dsp:sp>
    <dsp:sp modelId="{8E89B94C-5F9C-4F2F-9A97-E0871F6A98E4}">
      <dsp:nvSpPr>
        <dsp:cNvPr id="0" name=""/>
        <dsp:cNvSpPr/>
      </dsp:nvSpPr>
      <dsp:spPr>
        <a:xfrm>
          <a:off x="0" y="1432827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E88E7-F87B-4AF4-9613-56F63FE51E44}">
      <dsp:nvSpPr>
        <dsp:cNvPr id="0" name=""/>
        <dsp:cNvSpPr/>
      </dsp:nvSpPr>
      <dsp:spPr>
        <a:xfrm>
          <a:off x="346197" y="1690330"/>
          <a:ext cx="629450" cy="6294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73A2B-B818-48E1-A158-A7874AE98EE9}">
      <dsp:nvSpPr>
        <dsp:cNvPr id="0" name=""/>
        <dsp:cNvSpPr/>
      </dsp:nvSpPr>
      <dsp:spPr>
        <a:xfrm>
          <a:off x="1321846" y="1432827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Formulas</a:t>
          </a:r>
        </a:p>
      </dsp:txBody>
      <dsp:txXfrm>
        <a:off x="1321846" y="1432827"/>
        <a:ext cx="3801079" cy="1144455"/>
      </dsp:txXfrm>
    </dsp:sp>
    <dsp:sp modelId="{F7140B4C-8930-4ED7-93C8-322FDA847B58}">
      <dsp:nvSpPr>
        <dsp:cNvPr id="0" name=""/>
        <dsp:cNvSpPr/>
      </dsp:nvSpPr>
      <dsp:spPr>
        <a:xfrm>
          <a:off x="0" y="286339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211FD-EBAF-43BF-866B-28CDDF68D846}">
      <dsp:nvSpPr>
        <dsp:cNvPr id="0" name=""/>
        <dsp:cNvSpPr/>
      </dsp:nvSpPr>
      <dsp:spPr>
        <a:xfrm>
          <a:off x="346197" y="3120899"/>
          <a:ext cx="629450" cy="6294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D28B8-11FB-4879-A11A-2232AE6B32BA}">
      <dsp:nvSpPr>
        <dsp:cNvPr id="0" name=""/>
        <dsp:cNvSpPr/>
      </dsp:nvSpPr>
      <dsp:spPr>
        <a:xfrm>
          <a:off x="1321846" y="286339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Templates</a:t>
          </a:r>
        </a:p>
      </dsp:txBody>
      <dsp:txXfrm>
        <a:off x="1321846" y="2863396"/>
        <a:ext cx="3801079" cy="1144455"/>
      </dsp:txXfrm>
    </dsp:sp>
    <dsp:sp modelId="{45A6703A-EFA9-48F0-A47D-9DAB42F08261}">
      <dsp:nvSpPr>
        <dsp:cNvPr id="0" name=""/>
        <dsp:cNvSpPr/>
      </dsp:nvSpPr>
      <dsp:spPr>
        <a:xfrm>
          <a:off x="0" y="429396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BEF9E6-43B7-485E-A417-16AF906A1DC7}">
      <dsp:nvSpPr>
        <dsp:cNvPr id="0" name=""/>
        <dsp:cNvSpPr/>
      </dsp:nvSpPr>
      <dsp:spPr>
        <a:xfrm>
          <a:off x="346197" y="4551468"/>
          <a:ext cx="629450" cy="6294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63DAC-FF41-4215-8F4A-FA674A58120D}">
      <dsp:nvSpPr>
        <dsp:cNvPr id="0" name=""/>
        <dsp:cNvSpPr/>
      </dsp:nvSpPr>
      <dsp:spPr>
        <a:xfrm>
          <a:off x="1321846" y="429396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Styling</a:t>
          </a:r>
        </a:p>
      </dsp:txBody>
      <dsp:txXfrm>
        <a:off x="1321846" y="4293966"/>
        <a:ext cx="3801079" cy="11444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E27ED3-BB57-4804-BED9-C0526D53022C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6C9A7B-C606-404B-B9DB-2729A129F791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07565-3146-40C1-BD6C-59C8CAC5DC1A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Formatting</a:t>
          </a:r>
        </a:p>
      </dsp:txBody>
      <dsp:txXfrm>
        <a:off x="25435" y="2456402"/>
        <a:ext cx="1800000" cy="720000"/>
      </dsp:txXfrm>
    </dsp:sp>
    <dsp:sp modelId="{85B2FED0-E3BD-4FB0-89ED-91CD7DCFB0A8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722CD3-6FAF-42F5-A73D-BD18C2B1419D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6D658-DBEA-4291-8A8F-73CE6B535312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Templates</a:t>
          </a:r>
        </a:p>
      </dsp:txBody>
      <dsp:txXfrm>
        <a:off x="2140435" y="2456402"/>
        <a:ext cx="1800000" cy="720000"/>
      </dsp:txXfrm>
    </dsp:sp>
    <dsp:sp modelId="{7A8DD467-7177-4198-852A-1B3AA1CBB17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E1EBA-A7CC-4D39-9D7D-18A10036EC4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5615E-6AFA-44CA-9C26-358229E2D77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Charts</a:t>
          </a:r>
        </a:p>
      </dsp:txBody>
      <dsp:txXfrm>
        <a:off x="4255435" y="2456402"/>
        <a:ext cx="1800000" cy="720000"/>
      </dsp:txXfrm>
    </dsp:sp>
    <dsp:sp modelId="{33E84B55-E8DE-4DB2-AF9C-908A4C69C52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6B3E8-5478-492D-88A6-646B27CC76DD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54B35-1F31-4491-9C0E-F44EE998AED6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Multi-sheet</a:t>
          </a:r>
        </a:p>
      </dsp:txBody>
      <dsp:txXfrm>
        <a:off x="6370435" y="2456402"/>
        <a:ext cx="1800000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C4283-A341-49B4-B0E3-E4B4B58ADD23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7377A7-82C0-4D31-912A-BE856AEB9358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4C769-1063-4CDC-87E7-5E6EF68B92A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Slow for large data</a:t>
          </a:r>
        </a:p>
      </dsp:txBody>
      <dsp:txXfrm>
        <a:off x="46529" y="2703902"/>
        <a:ext cx="2418750" cy="720000"/>
      </dsp:txXfrm>
    </dsp:sp>
    <dsp:sp modelId="{22FDCFA8-3215-405C-82A1-948D96D41B4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325C3-AA6E-4134-81CF-F3C1C2D7AE63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18AAA-EF9C-4FD1-B473-4D487E9AD73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• No formula calc(can create)</a:t>
          </a:r>
        </a:p>
      </dsp:txBody>
      <dsp:txXfrm>
        <a:off x="2888560" y="2703902"/>
        <a:ext cx="2418750" cy="720000"/>
      </dsp:txXfrm>
    </dsp:sp>
    <dsp:sp modelId="{5EE88D87-1243-475C-B1DC-3ADD2B8D8A9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59D1A-E423-4123-BE6C-0EEDD7418835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B5340-4134-41E5-93E9-CF9FA56BAF01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Manual steps</a:t>
          </a:r>
        </a:p>
      </dsp:txBody>
      <dsp:txXfrm>
        <a:off x="5730591" y="2703902"/>
        <a:ext cx="2418750" cy="720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6E56D-7A2C-4D80-BC21-149959BE1353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6FA13-7CEC-4D99-B2C2-3328D95E7FE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D7499-5396-4A31-B1F4-5B2173E6673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DataFrames</a:t>
          </a:r>
        </a:p>
      </dsp:txBody>
      <dsp:txXfrm>
        <a:off x="46529" y="2703902"/>
        <a:ext cx="2418750" cy="720000"/>
      </dsp:txXfrm>
    </dsp:sp>
    <dsp:sp modelId="{F4BB122E-5F78-4C38-8906-54901A4F1399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B78F1-73CF-4625-BF4F-1137FC32F93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FCB83-FA49-4E06-AEFE-DAFE69695E0A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Fast operations</a:t>
          </a:r>
        </a:p>
      </dsp:txBody>
      <dsp:txXfrm>
        <a:off x="2888560" y="2703902"/>
        <a:ext cx="2418750" cy="720000"/>
      </dsp:txXfrm>
    </dsp:sp>
    <dsp:sp modelId="{7766D7B4-9EB0-418D-BAA7-EB094EEDEC52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D303D-AAE9-468A-8545-814BFA88540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A34FF-5BB5-4859-869E-55D4CB16986E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Merge and reshape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openpyxl-excel-spreadsheets-python/" TargetMode="External"/><Relationship Id="rId2" Type="http://schemas.openxmlformats.org/officeDocument/2006/relationships/hyperlink" Target="https://pypi.org/project/openpyx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utomatetheboringstuff.com/3e/chapter14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9BD02D-38C4-24C0-28A6-49F3C3F4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4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📊 Why Excel Automation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2982F5-120C-4A2D-ABD2-8D2779B28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25327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🎯 Goals for This Video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22DBB4-ACDB-3C4F-59B1-E34D66EA7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4042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defRPr sz="4400" b="1"/>
            </a:pPr>
            <a:r>
              <a:rPr lang="en-US" sz="4500"/>
              <a:t>📇 Definitions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BFCE13-2086-D473-4A68-591D0EEC9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817952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📁 Prepare the Project Folder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6F4B12-08B0-1393-F096-335BB91FA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117873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🐍 Creating a Virtual Environment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24F744-5313-1F42-638A-7A6163861B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0157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2800"/>
              <a:t>🔧 Installing openpyxl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BFF3EC-C6C7-9DC6-BCE5-60B00D0C8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068474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2800"/>
              <a:t>📄 Exploring Sample Excel File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D7F220-9B59-E456-46E3-F8591A000F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978903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2800"/>
              <a:t>📂 Loading a Workbook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E1E434-BCBB-D70A-031D-612C38153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641810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4000" dirty="0">
                <a:solidFill>
                  <a:srgbClr val="FFFFFF"/>
                </a:solidFill>
              </a:rPr>
              <a:t>🔁 Iterating Through Rows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C26161-06BE-A39F-D576-8036ECDAC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67001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2800"/>
              <a:t>🧩 Introducing Dictionaries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AD57F5-9445-AE77-EEEA-68ED0A8C8A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6548193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2800"/>
              <a:t>🔄 Converting Rows to Dicts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52FB88-7B13-A3EB-C0CF-C1BC04CD9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279702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4000">
                <a:solidFill>
                  <a:srgbClr val="FFFFFF"/>
                </a:solidFill>
              </a:rPr>
              <a:t>🛠️ Using Dictionaries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CEF4C9-2B4D-CC7A-B231-4B100C562A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97345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2800"/>
              <a:t>📤 Creating a New Excel File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1FBC70-CDAF-E824-8D68-EB84BB060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810550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/>
              <a:t>🧵 Full Simple Workflow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0302EA-8008-671A-668B-A85E3C9DF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177664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2800"/>
              <a:t>🚀 Advanced Workflows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38074-FD48-BB13-6FFB-16EA61604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364978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4000" b="1">
                <a:solidFill>
                  <a:srgbClr val="1E46C8"/>
                </a:solidFill>
              </a:defRPr>
            </a:pPr>
            <a:r>
              <a:rPr lang="en-US" sz="3500"/>
              <a:t>📅 Advanced Case Study –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Student attendance Tracked </a:t>
            </a:r>
          </a:p>
          <a:p>
            <a:r>
              <a:rPr lang="en-US" sz="1700"/>
              <a:t>Many worksheets</a:t>
            </a:r>
          </a:p>
          <a:p>
            <a:r>
              <a:rPr lang="en-US" sz="1700"/>
              <a:t>Grades</a:t>
            </a:r>
          </a:p>
          <a:p>
            <a:r>
              <a:rPr lang="en-US" sz="1700"/>
              <a:t>Present/absent logic</a:t>
            </a:r>
          </a:p>
        </p:txBody>
      </p:sp>
      <p:pic>
        <p:nvPicPr>
          <p:cNvPr id="5" name="Picture 4" descr="Black pen against a sheet with shaded numbers">
            <a:extLst>
              <a:ext uri="{FF2B5EF4-FFF2-40B4-BE49-F238E27FC236}">
                <a16:creationId xmlns:a16="http://schemas.microsoft.com/office/drawing/2014/main" id="{0230BC9C-B13B-D2AD-4BED-AEB10D10D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51" r="-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8A55F-D491-093E-EF78-825AD6FBB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87" r="32492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/>
              <a:t>🎨 Color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lang="en-US" sz="1700"/>
              <a:t>• PatternFill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lang="en-US" sz="1700"/>
              <a:t>• Red/yellow/green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💪 openpyxl Strengths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6EA720-9F74-EB84-6B8B-358722B82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130450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⚠️ openpyxl 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6740FC-A472-EC2D-9B51-84F02862B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609869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54649-7CD4-DAB9-516E-7C67C236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dirty="0"/>
              <a:t>🧠 </a:t>
            </a:r>
            <a:r>
              <a:rPr lang="en-US" dirty="0">
                <a:solidFill>
                  <a:srgbClr val="FFFFFF"/>
                </a:solidFill>
              </a:rPr>
              <a:t>Skills Learned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AD8B4F-34D7-7E0E-7B90-B5F5A482C6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5481" y="591344"/>
            <a:ext cx="5179868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to set up and use a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virtual environment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Installing and using </a:t>
            </a:r>
            <a:r>
              <a:rPr kumimoji="0" lang="en-US" altLang="en-US" sz="20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openpyxl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read and write Excel files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Iterating through Excel worksheets and converting rows into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dictionaries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Processing, transforming, and generating new structured data from spreadsheets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Creating new Excel files and saving results using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Workbook()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and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append()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Working with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multiple worksheets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and merging them into a single summary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Applying basic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cell formatting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(colors) to communicate data meaning</a:t>
            </a:r>
          </a:p>
        </p:txBody>
      </p:sp>
    </p:spTree>
    <p:extLst>
      <p:ext uri="{BB962C8B-B14F-4D97-AF65-F5344CB8AC3E}">
        <p14:creationId xmlns:p14="http://schemas.microsoft.com/office/powerpoint/2010/main" val="4137699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1C859-201B-5A12-64B6-D19AF842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References - URLs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0A72-FE56-D06A-71CD-EC1AA3915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Official - </a:t>
            </a:r>
            <a:r>
              <a:rPr lang="en-US" dirty="0">
                <a:hlinkClick r:id="rId2"/>
              </a:rPr>
              <a:t>https://pypi.org/project/openpyxl/</a:t>
            </a:r>
            <a:endParaRPr lang="en-US" dirty="0"/>
          </a:p>
          <a:p>
            <a:r>
              <a:rPr lang="en-US" dirty="0"/>
              <a:t>Intermediate - </a:t>
            </a:r>
            <a:r>
              <a:rPr lang="en-US" dirty="0">
                <a:hlinkClick r:id="rId3"/>
              </a:rPr>
              <a:t>https://realpython.com/openpyxl-excel-spreadsheets-python/</a:t>
            </a:r>
            <a:endParaRPr lang="en-US" dirty="0"/>
          </a:p>
          <a:p>
            <a:r>
              <a:rPr lang="en-US" dirty="0"/>
              <a:t>Beginner - </a:t>
            </a:r>
            <a:r>
              <a:rPr lang="en-US" dirty="0">
                <a:hlinkClick r:id="rId4"/>
              </a:rPr>
              <a:t>https://automatetheboringstuff.com/3e/chapter14.html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1E46C8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➡️ Next Up: Pandas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68C1DAF-8E20-2981-22AC-EA586668E4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78538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533</Words>
  <Application>Microsoft Office PowerPoint</Application>
  <PresentationFormat>On-screen Show (4:3)</PresentationFormat>
  <Paragraphs>106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Unicode MS</vt:lpstr>
      <vt:lpstr>Calibri</vt:lpstr>
      <vt:lpstr>Office Theme</vt:lpstr>
      <vt:lpstr>PowerPoint Presentation</vt:lpstr>
      <vt:lpstr>📊 Why Excel Automation Matters</vt:lpstr>
      <vt:lpstr>🎯 Goals for This Video</vt:lpstr>
      <vt:lpstr>📇 Definitions</vt:lpstr>
      <vt:lpstr>📁 Prepare the Project Folder</vt:lpstr>
      <vt:lpstr>🐍 Creating a Virtual Environment</vt:lpstr>
      <vt:lpstr>🔧 Installing openpyxl</vt:lpstr>
      <vt:lpstr>📄 Exploring Sample Excel File</vt:lpstr>
      <vt:lpstr>📂 Loading a Workbook</vt:lpstr>
      <vt:lpstr>🔁 Iterating Through Rows</vt:lpstr>
      <vt:lpstr>🧩 Introducing Dictionaries</vt:lpstr>
      <vt:lpstr>🔄 Converting Rows to Dicts</vt:lpstr>
      <vt:lpstr>🛠️ Using Dictionaries</vt:lpstr>
      <vt:lpstr>📤 Creating a New Excel File</vt:lpstr>
      <vt:lpstr>🧵 Full Simple Workflow</vt:lpstr>
      <vt:lpstr>🚀 Advanced Workflows</vt:lpstr>
      <vt:lpstr>📅 Advanced Case Study – Attendance</vt:lpstr>
      <vt:lpstr>🎨 Color Formatting</vt:lpstr>
      <vt:lpstr>💪 openpyxl Strengths</vt:lpstr>
      <vt:lpstr>⚠️ openpyxl Limitations</vt:lpstr>
      <vt:lpstr>🧠 Skills Learned</vt:lpstr>
      <vt:lpstr>References - URLs</vt:lpstr>
      <vt:lpstr>➡️ Next Up: Pandas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Valdis Saulespurēns</cp:lastModifiedBy>
  <cp:revision>2</cp:revision>
  <dcterms:created xsi:type="dcterms:W3CDTF">2013-01-27T09:14:16Z</dcterms:created>
  <dcterms:modified xsi:type="dcterms:W3CDTF">2025-11-23T17:44:50Z</dcterms:modified>
  <cp:category/>
</cp:coreProperties>
</file>