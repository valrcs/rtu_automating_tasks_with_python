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7" r:id="rId3"/>
    <p:sldId id="28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85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3F5024-167E-41A1-8D48-23A6227ABA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E3AAB24-13DD-40C0-9DFC-9BDD4724FE2B}">
      <dgm:prSet/>
      <dgm:spPr/>
      <dgm:t>
        <a:bodyPr/>
        <a:lstStyle/>
        <a:p>
          <a:r>
            <a:rPr lang="en-US" dirty="0" err="1"/>
            <a:t>Jupyter</a:t>
          </a:r>
          <a:r>
            <a:rPr lang="en-US" dirty="0"/>
            <a:t> Notebooks</a:t>
          </a:r>
        </a:p>
        <a:p>
          <a:r>
            <a:rPr lang="en-US" dirty="0"/>
            <a:t>for Interactive Python</a:t>
          </a:r>
        </a:p>
      </dgm:t>
    </dgm:pt>
    <dgm:pt modelId="{A0BEA1F3-FA3A-461A-9532-FA6880D07E6C}" type="parTrans" cxnId="{81CF369E-BFBC-4C7A-BF02-0767761D318E}">
      <dgm:prSet/>
      <dgm:spPr/>
      <dgm:t>
        <a:bodyPr/>
        <a:lstStyle/>
        <a:p>
          <a:endParaRPr lang="en-US"/>
        </a:p>
      </dgm:t>
    </dgm:pt>
    <dgm:pt modelId="{E1935F3E-ADEF-4CD2-8339-5ABB820C4123}" type="sibTrans" cxnId="{81CF369E-BFBC-4C7A-BF02-0767761D318E}">
      <dgm:prSet/>
      <dgm:spPr/>
      <dgm:t>
        <a:bodyPr/>
        <a:lstStyle/>
        <a:p>
          <a:endParaRPr lang="en-US"/>
        </a:p>
      </dgm:t>
    </dgm:pt>
    <dgm:pt modelId="{99D74D3D-08A8-4E57-9275-ABB9F0E6A27B}">
      <dgm:prSet/>
      <dgm:spPr/>
      <dgm:t>
        <a:bodyPr/>
        <a:lstStyle/>
        <a:p>
          <a:r>
            <a:rPr lang="en-US"/>
            <a:t>Pandas Data Analysis Library</a:t>
          </a:r>
        </a:p>
      </dgm:t>
    </dgm:pt>
    <dgm:pt modelId="{09D97F55-B0A5-49A0-A321-35B800EBA468}" type="parTrans" cxnId="{3D7756B5-39AC-450E-99BA-B0E0FE649DB0}">
      <dgm:prSet/>
      <dgm:spPr/>
      <dgm:t>
        <a:bodyPr/>
        <a:lstStyle/>
        <a:p>
          <a:endParaRPr lang="en-US"/>
        </a:p>
      </dgm:t>
    </dgm:pt>
    <dgm:pt modelId="{3DFC1321-CDA6-4C14-B781-9828AF8794A6}" type="sibTrans" cxnId="{3D7756B5-39AC-450E-99BA-B0E0FE649DB0}">
      <dgm:prSet/>
      <dgm:spPr/>
      <dgm:t>
        <a:bodyPr/>
        <a:lstStyle/>
        <a:p>
          <a:endParaRPr lang="en-US"/>
        </a:p>
      </dgm:t>
    </dgm:pt>
    <dgm:pt modelId="{4436B2AB-AB1A-4503-8981-B1B8C18F437D}">
      <dgm:prSet/>
      <dgm:spPr/>
      <dgm:t>
        <a:bodyPr/>
        <a:lstStyle/>
        <a:p>
          <a:r>
            <a:rPr lang="en-US"/>
            <a:t>Sets Data Structure in Python</a:t>
          </a:r>
        </a:p>
      </dgm:t>
    </dgm:pt>
    <dgm:pt modelId="{A1E26B7C-F744-48A9-9E43-6D617F6E358E}" type="parTrans" cxnId="{DCCDB4A2-9A62-4032-8A32-6000E1A189AE}">
      <dgm:prSet/>
      <dgm:spPr/>
      <dgm:t>
        <a:bodyPr/>
        <a:lstStyle/>
        <a:p>
          <a:endParaRPr lang="en-US"/>
        </a:p>
      </dgm:t>
    </dgm:pt>
    <dgm:pt modelId="{1D3BEA2A-5960-4715-ACD5-0313C010C52C}" type="sibTrans" cxnId="{DCCDB4A2-9A62-4032-8A32-6000E1A189AE}">
      <dgm:prSet/>
      <dgm:spPr/>
      <dgm:t>
        <a:bodyPr/>
        <a:lstStyle/>
        <a:p>
          <a:endParaRPr lang="en-US"/>
        </a:p>
      </dgm:t>
    </dgm:pt>
    <dgm:pt modelId="{B56DC318-830E-4D87-81C8-E49531A46BBF}" type="pres">
      <dgm:prSet presAssocID="{133F5024-167E-41A1-8D48-23A6227ABACC}" presName="root" presStyleCnt="0">
        <dgm:presLayoutVars>
          <dgm:dir/>
          <dgm:resizeHandles val="exact"/>
        </dgm:presLayoutVars>
      </dgm:prSet>
      <dgm:spPr/>
    </dgm:pt>
    <dgm:pt modelId="{E373A12B-1CDE-46E8-AE09-27EB23C4EC64}" type="pres">
      <dgm:prSet presAssocID="{2E3AAB24-13DD-40C0-9DFC-9BDD4724FE2B}" presName="compNode" presStyleCnt="0"/>
      <dgm:spPr/>
    </dgm:pt>
    <dgm:pt modelId="{E8FA0FA3-631F-43C0-AF47-2A8CCB716D1A}" type="pres">
      <dgm:prSet presAssocID="{2E3AAB24-13DD-40C0-9DFC-9BDD4724FE2B}" presName="bgRect" presStyleLbl="bgShp" presStyleIdx="0" presStyleCnt="3"/>
      <dgm:spPr/>
    </dgm:pt>
    <dgm:pt modelId="{33A1F88E-D3D5-4D71-8F4C-1DA4CD5524E8}" type="pres">
      <dgm:prSet presAssocID="{2E3AAB24-13DD-40C0-9DFC-9BDD4724FE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3C33C5B4-84F3-4D4F-8175-39F08D836D37}" type="pres">
      <dgm:prSet presAssocID="{2E3AAB24-13DD-40C0-9DFC-9BDD4724FE2B}" presName="spaceRect" presStyleCnt="0"/>
      <dgm:spPr/>
    </dgm:pt>
    <dgm:pt modelId="{4F205088-A224-4504-B4A4-14E432762AEE}" type="pres">
      <dgm:prSet presAssocID="{2E3AAB24-13DD-40C0-9DFC-9BDD4724FE2B}" presName="parTx" presStyleLbl="revTx" presStyleIdx="0" presStyleCnt="3">
        <dgm:presLayoutVars>
          <dgm:chMax val="0"/>
          <dgm:chPref val="0"/>
        </dgm:presLayoutVars>
      </dgm:prSet>
      <dgm:spPr/>
    </dgm:pt>
    <dgm:pt modelId="{77A8FDEB-8FBA-45F4-A41B-1156EDEA52F1}" type="pres">
      <dgm:prSet presAssocID="{E1935F3E-ADEF-4CD2-8339-5ABB820C4123}" presName="sibTrans" presStyleCnt="0"/>
      <dgm:spPr/>
    </dgm:pt>
    <dgm:pt modelId="{9B945108-7C37-48F1-BE31-BDBA118EBCCE}" type="pres">
      <dgm:prSet presAssocID="{99D74D3D-08A8-4E57-9275-ABB9F0E6A27B}" presName="compNode" presStyleCnt="0"/>
      <dgm:spPr/>
    </dgm:pt>
    <dgm:pt modelId="{373347EF-1F32-487B-84BE-290001DA6D7D}" type="pres">
      <dgm:prSet presAssocID="{99D74D3D-08A8-4E57-9275-ABB9F0E6A27B}" presName="bgRect" presStyleLbl="bgShp" presStyleIdx="1" presStyleCnt="3"/>
      <dgm:spPr/>
    </dgm:pt>
    <dgm:pt modelId="{6769313D-8A2A-4763-ACFD-A324DE9A4C18}" type="pres">
      <dgm:prSet presAssocID="{99D74D3D-08A8-4E57-9275-ABB9F0E6A2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BBBBC4EE-F743-48C6-A587-B12199EE7F11}" type="pres">
      <dgm:prSet presAssocID="{99D74D3D-08A8-4E57-9275-ABB9F0E6A27B}" presName="spaceRect" presStyleCnt="0"/>
      <dgm:spPr/>
    </dgm:pt>
    <dgm:pt modelId="{987AE556-2A79-4BD7-BFA8-2C849C671546}" type="pres">
      <dgm:prSet presAssocID="{99D74D3D-08A8-4E57-9275-ABB9F0E6A27B}" presName="parTx" presStyleLbl="revTx" presStyleIdx="1" presStyleCnt="3">
        <dgm:presLayoutVars>
          <dgm:chMax val="0"/>
          <dgm:chPref val="0"/>
        </dgm:presLayoutVars>
      </dgm:prSet>
      <dgm:spPr/>
    </dgm:pt>
    <dgm:pt modelId="{517CC99F-8123-4341-8FA3-B767C7739FC0}" type="pres">
      <dgm:prSet presAssocID="{3DFC1321-CDA6-4C14-B781-9828AF8794A6}" presName="sibTrans" presStyleCnt="0"/>
      <dgm:spPr/>
    </dgm:pt>
    <dgm:pt modelId="{13BE32F6-B59A-4E81-84D4-3233A65D6641}" type="pres">
      <dgm:prSet presAssocID="{4436B2AB-AB1A-4503-8981-B1B8C18F437D}" presName="compNode" presStyleCnt="0"/>
      <dgm:spPr/>
    </dgm:pt>
    <dgm:pt modelId="{60C6F0B9-ED61-47D7-A043-3D6D9864128C}" type="pres">
      <dgm:prSet presAssocID="{4436B2AB-AB1A-4503-8981-B1B8C18F437D}" presName="bgRect" presStyleLbl="bgShp" presStyleIdx="2" presStyleCnt="3"/>
      <dgm:spPr/>
    </dgm:pt>
    <dgm:pt modelId="{63EA10BA-6242-49E9-9BCE-8E843A9A6187}" type="pres">
      <dgm:prSet presAssocID="{4436B2AB-AB1A-4503-8981-B1B8C18F43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F913B4-6D90-4071-AA6F-E7474CC2B550}" type="pres">
      <dgm:prSet presAssocID="{4436B2AB-AB1A-4503-8981-B1B8C18F437D}" presName="spaceRect" presStyleCnt="0"/>
      <dgm:spPr/>
    </dgm:pt>
    <dgm:pt modelId="{477C0959-5554-4C6F-979F-A16D3D99B35A}" type="pres">
      <dgm:prSet presAssocID="{4436B2AB-AB1A-4503-8981-B1B8C18F437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7F1D660-A1A6-439A-AE22-94E5AB8D8A0A}" type="presOf" srcId="{4436B2AB-AB1A-4503-8981-B1B8C18F437D}" destId="{477C0959-5554-4C6F-979F-A16D3D99B35A}" srcOrd="0" destOrd="0" presId="urn:microsoft.com/office/officeart/2018/2/layout/IconVerticalSolidList"/>
    <dgm:cxn modelId="{81CF369E-BFBC-4C7A-BF02-0767761D318E}" srcId="{133F5024-167E-41A1-8D48-23A6227ABACC}" destId="{2E3AAB24-13DD-40C0-9DFC-9BDD4724FE2B}" srcOrd="0" destOrd="0" parTransId="{A0BEA1F3-FA3A-461A-9532-FA6880D07E6C}" sibTransId="{E1935F3E-ADEF-4CD2-8339-5ABB820C4123}"/>
    <dgm:cxn modelId="{DCCDB4A2-9A62-4032-8A32-6000E1A189AE}" srcId="{133F5024-167E-41A1-8D48-23A6227ABACC}" destId="{4436B2AB-AB1A-4503-8981-B1B8C18F437D}" srcOrd="2" destOrd="0" parTransId="{A1E26B7C-F744-48A9-9E43-6D617F6E358E}" sibTransId="{1D3BEA2A-5960-4715-ACD5-0313C010C52C}"/>
    <dgm:cxn modelId="{81F9F6AD-09E2-4C9D-9CF1-19B3CD358628}" type="presOf" srcId="{2E3AAB24-13DD-40C0-9DFC-9BDD4724FE2B}" destId="{4F205088-A224-4504-B4A4-14E432762AEE}" srcOrd="0" destOrd="0" presId="urn:microsoft.com/office/officeart/2018/2/layout/IconVerticalSolidList"/>
    <dgm:cxn modelId="{3D7756B5-39AC-450E-99BA-B0E0FE649DB0}" srcId="{133F5024-167E-41A1-8D48-23A6227ABACC}" destId="{99D74D3D-08A8-4E57-9275-ABB9F0E6A27B}" srcOrd="1" destOrd="0" parTransId="{09D97F55-B0A5-49A0-A321-35B800EBA468}" sibTransId="{3DFC1321-CDA6-4C14-B781-9828AF8794A6}"/>
    <dgm:cxn modelId="{118001C1-AAE8-4530-BC2E-4EC00B99FF16}" type="presOf" srcId="{99D74D3D-08A8-4E57-9275-ABB9F0E6A27B}" destId="{987AE556-2A79-4BD7-BFA8-2C849C671546}" srcOrd="0" destOrd="0" presId="urn:microsoft.com/office/officeart/2018/2/layout/IconVerticalSolidList"/>
    <dgm:cxn modelId="{2F8EBBF8-53DB-4A7A-811F-D2A55118779A}" type="presOf" srcId="{133F5024-167E-41A1-8D48-23A6227ABACC}" destId="{B56DC318-830E-4D87-81C8-E49531A46BBF}" srcOrd="0" destOrd="0" presId="urn:microsoft.com/office/officeart/2018/2/layout/IconVerticalSolidList"/>
    <dgm:cxn modelId="{F2999912-6DC6-469E-B7B9-9666ED9DF63F}" type="presParOf" srcId="{B56DC318-830E-4D87-81C8-E49531A46BBF}" destId="{E373A12B-1CDE-46E8-AE09-27EB23C4EC64}" srcOrd="0" destOrd="0" presId="urn:microsoft.com/office/officeart/2018/2/layout/IconVerticalSolidList"/>
    <dgm:cxn modelId="{FF321841-4F02-4A81-B438-7D4935B54F48}" type="presParOf" srcId="{E373A12B-1CDE-46E8-AE09-27EB23C4EC64}" destId="{E8FA0FA3-631F-43C0-AF47-2A8CCB716D1A}" srcOrd="0" destOrd="0" presId="urn:microsoft.com/office/officeart/2018/2/layout/IconVerticalSolidList"/>
    <dgm:cxn modelId="{86F0CB12-5909-47A8-9885-A748C6E653CB}" type="presParOf" srcId="{E373A12B-1CDE-46E8-AE09-27EB23C4EC64}" destId="{33A1F88E-D3D5-4D71-8F4C-1DA4CD5524E8}" srcOrd="1" destOrd="0" presId="urn:microsoft.com/office/officeart/2018/2/layout/IconVerticalSolidList"/>
    <dgm:cxn modelId="{CC0495D2-E3AB-4BAD-BE76-34557E4F3AD1}" type="presParOf" srcId="{E373A12B-1CDE-46E8-AE09-27EB23C4EC64}" destId="{3C33C5B4-84F3-4D4F-8175-39F08D836D37}" srcOrd="2" destOrd="0" presId="urn:microsoft.com/office/officeart/2018/2/layout/IconVerticalSolidList"/>
    <dgm:cxn modelId="{867CC0DE-047B-4D51-B93C-87F38B704DF2}" type="presParOf" srcId="{E373A12B-1CDE-46E8-AE09-27EB23C4EC64}" destId="{4F205088-A224-4504-B4A4-14E432762AEE}" srcOrd="3" destOrd="0" presId="urn:microsoft.com/office/officeart/2018/2/layout/IconVerticalSolidList"/>
    <dgm:cxn modelId="{E109319F-7909-4DEB-A5AB-F915418A8E3D}" type="presParOf" srcId="{B56DC318-830E-4D87-81C8-E49531A46BBF}" destId="{77A8FDEB-8FBA-45F4-A41B-1156EDEA52F1}" srcOrd="1" destOrd="0" presId="urn:microsoft.com/office/officeart/2018/2/layout/IconVerticalSolidList"/>
    <dgm:cxn modelId="{7734DAA1-2075-4BAE-88D2-970426226254}" type="presParOf" srcId="{B56DC318-830E-4D87-81C8-E49531A46BBF}" destId="{9B945108-7C37-48F1-BE31-BDBA118EBCCE}" srcOrd="2" destOrd="0" presId="urn:microsoft.com/office/officeart/2018/2/layout/IconVerticalSolidList"/>
    <dgm:cxn modelId="{06F267C1-4B5A-496E-A768-C60DD1BE7786}" type="presParOf" srcId="{9B945108-7C37-48F1-BE31-BDBA118EBCCE}" destId="{373347EF-1F32-487B-84BE-290001DA6D7D}" srcOrd="0" destOrd="0" presId="urn:microsoft.com/office/officeart/2018/2/layout/IconVerticalSolidList"/>
    <dgm:cxn modelId="{2477E090-7A8C-4C24-8E15-28BE79B2F4FD}" type="presParOf" srcId="{9B945108-7C37-48F1-BE31-BDBA118EBCCE}" destId="{6769313D-8A2A-4763-ACFD-A324DE9A4C18}" srcOrd="1" destOrd="0" presId="urn:microsoft.com/office/officeart/2018/2/layout/IconVerticalSolidList"/>
    <dgm:cxn modelId="{C1AB301E-DD25-4263-A54C-D8253EBD7535}" type="presParOf" srcId="{9B945108-7C37-48F1-BE31-BDBA118EBCCE}" destId="{BBBBC4EE-F743-48C6-A587-B12199EE7F11}" srcOrd="2" destOrd="0" presId="urn:microsoft.com/office/officeart/2018/2/layout/IconVerticalSolidList"/>
    <dgm:cxn modelId="{AC6E45CA-90EE-4702-A130-F64659A54234}" type="presParOf" srcId="{9B945108-7C37-48F1-BE31-BDBA118EBCCE}" destId="{987AE556-2A79-4BD7-BFA8-2C849C671546}" srcOrd="3" destOrd="0" presId="urn:microsoft.com/office/officeart/2018/2/layout/IconVerticalSolidList"/>
    <dgm:cxn modelId="{5399BC08-B1EB-4F28-AADD-79F9FE26C555}" type="presParOf" srcId="{B56DC318-830E-4D87-81C8-E49531A46BBF}" destId="{517CC99F-8123-4341-8FA3-B767C7739FC0}" srcOrd="3" destOrd="0" presId="urn:microsoft.com/office/officeart/2018/2/layout/IconVerticalSolidList"/>
    <dgm:cxn modelId="{286BC7C9-FFC0-4884-ACDE-743F26120F51}" type="presParOf" srcId="{B56DC318-830E-4D87-81C8-E49531A46BBF}" destId="{13BE32F6-B59A-4E81-84D4-3233A65D6641}" srcOrd="4" destOrd="0" presId="urn:microsoft.com/office/officeart/2018/2/layout/IconVerticalSolidList"/>
    <dgm:cxn modelId="{F4C2CEF7-5808-4B5F-BDC4-FA47418DB123}" type="presParOf" srcId="{13BE32F6-B59A-4E81-84D4-3233A65D6641}" destId="{60C6F0B9-ED61-47D7-A043-3D6D9864128C}" srcOrd="0" destOrd="0" presId="urn:microsoft.com/office/officeart/2018/2/layout/IconVerticalSolidList"/>
    <dgm:cxn modelId="{70178166-EB0E-4320-9F1D-163D3C584A5B}" type="presParOf" srcId="{13BE32F6-B59A-4E81-84D4-3233A65D6641}" destId="{63EA10BA-6242-49E9-9BCE-8E843A9A6187}" srcOrd="1" destOrd="0" presId="urn:microsoft.com/office/officeart/2018/2/layout/IconVerticalSolidList"/>
    <dgm:cxn modelId="{DD4F718C-F1B7-4698-93F7-9A763D3DC9D8}" type="presParOf" srcId="{13BE32F6-B59A-4E81-84D4-3233A65D6641}" destId="{92F913B4-6D90-4071-AA6F-E7474CC2B550}" srcOrd="2" destOrd="0" presId="urn:microsoft.com/office/officeart/2018/2/layout/IconVerticalSolidList"/>
    <dgm:cxn modelId="{B4611306-70F7-407C-84CD-65729480DEF3}" type="presParOf" srcId="{13BE32F6-B59A-4E81-84D4-3233A65D6641}" destId="{477C0959-5554-4C6F-979F-A16D3D99B3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7BF81C-EA9C-4907-A1D8-D6556A0A64C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7BBBDF-217F-4CC2-B662-165AB2E86912}">
      <dgm:prSet/>
      <dgm:spPr/>
      <dgm:t>
        <a:bodyPr/>
        <a:lstStyle/>
        <a:p>
          <a:r>
            <a:rPr lang="en-US"/>
            <a:t>pip install pandas</a:t>
          </a:r>
        </a:p>
      </dgm:t>
    </dgm:pt>
    <dgm:pt modelId="{143309CD-CBDA-42B4-8B3B-1BD66E92F9B1}" type="parTrans" cxnId="{198A8524-946C-4D8C-AAF5-56E190F95AAF}">
      <dgm:prSet/>
      <dgm:spPr/>
      <dgm:t>
        <a:bodyPr/>
        <a:lstStyle/>
        <a:p>
          <a:endParaRPr lang="en-US"/>
        </a:p>
      </dgm:t>
    </dgm:pt>
    <dgm:pt modelId="{7DA91B6C-6CF8-4218-9082-C3F205175B00}" type="sibTrans" cxnId="{198A8524-946C-4D8C-AAF5-56E190F95AAF}">
      <dgm:prSet/>
      <dgm:spPr/>
      <dgm:t>
        <a:bodyPr/>
        <a:lstStyle/>
        <a:p>
          <a:endParaRPr lang="en-US"/>
        </a:p>
      </dgm:t>
    </dgm:pt>
    <dgm:pt modelId="{691B4830-055A-4ECD-8D76-4747EBADB62C}">
      <dgm:prSet/>
      <dgm:spPr/>
      <dgm:t>
        <a:bodyPr/>
        <a:lstStyle/>
        <a:p>
          <a:r>
            <a:rPr lang="en-US"/>
            <a:t>pip install jupyter</a:t>
          </a:r>
        </a:p>
      </dgm:t>
    </dgm:pt>
    <dgm:pt modelId="{1BB28324-37BE-4F77-8ABF-5C0189CB2710}" type="parTrans" cxnId="{CF65401B-8DB3-4CCF-8B11-DE5792376A77}">
      <dgm:prSet/>
      <dgm:spPr/>
      <dgm:t>
        <a:bodyPr/>
        <a:lstStyle/>
        <a:p>
          <a:endParaRPr lang="en-US"/>
        </a:p>
      </dgm:t>
    </dgm:pt>
    <dgm:pt modelId="{F495CCF6-E547-4EEB-8B44-FF7AEC1D32DC}" type="sibTrans" cxnId="{CF65401B-8DB3-4CCF-8B11-DE5792376A77}">
      <dgm:prSet/>
      <dgm:spPr/>
      <dgm:t>
        <a:bodyPr/>
        <a:lstStyle/>
        <a:p>
          <a:endParaRPr lang="en-US"/>
        </a:p>
      </dgm:t>
    </dgm:pt>
    <dgm:pt modelId="{F2A2C5AE-CD80-408F-96B2-E9A565B72AF4}">
      <dgm:prSet/>
      <dgm:spPr/>
      <dgm:t>
        <a:bodyPr/>
        <a:lstStyle/>
        <a:p>
          <a:r>
            <a:rPr lang="en-US"/>
            <a:t>Confirm installation in venv</a:t>
          </a:r>
        </a:p>
      </dgm:t>
    </dgm:pt>
    <dgm:pt modelId="{8E1BAD0C-8F44-4E51-9351-6591CD60E6A3}" type="parTrans" cxnId="{5AEAD9D3-A54C-435C-94AA-E5180FCAA7F7}">
      <dgm:prSet/>
      <dgm:spPr/>
      <dgm:t>
        <a:bodyPr/>
        <a:lstStyle/>
        <a:p>
          <a:endParaRPr lang="en-US"/>
        </a:p>
      </dgm:t>
    </dgm:pt>
    <dgm:pt modelId="{0B1E69F4-6EFC-4D09-93E9-D9C2B2D0A2D8}" type="sibTrans" cxnId="{5AEAD9D3-A54C-435C-94AA-E5180FCAA7F7}">
      <dgm:prSet/>
      <dgm:spPr/>
      <dgm:t>
        <a:bodyPr/>
        <a:lstStyle/>
        <a:p>
          <a:endParaRPr lang="en-US"/>
        </a:p>
      </dgm:t>
    </dgm:pt>
    <dgm:pt modelId="{6C8A3FCE-60F5-4AC6-8BB9-87D402172F37}">
      <dgm:prSet/>
      <dgm:spPr/>
      <dgm:t>
        <a:bodyPr/>
        <a:lstStyle/>
        <a:p>
          <a:r>
            <a:rPr lang="en-US"/>
            <a:t>References:</a:t>
          </a:r>
        </a:p>
      </dgm:t>
    </dgm:pt>
    <dgm:pt modelId="{E0094E46-FFB3-4AC1-AEA0-89528F03DF7B}" type="parTrans" cxnId="{9981E627-28C0-4463-85E4-6365583ED65C}">
      <dgm:prSet/>
      <dgm:spPr/>
      <dgm:t>
        <a:bodyPr/>
        <a:lstStyle/>
        <a:p>
          <a:endParaRPr lang="en-US"/>
        </a:p>
      </dgm:t>
    </dgm:pt>
    <dgm:pt modelId="{CF93389A-BBAF-47E0-8CA6-47629CAACC2F}" type="sibTrans" cxnId="{9981E627-28C0-4463-85E4-6365583ED65C}">
      <dgm:prSet/>
      <dgm:spPr/>
      <dgm:t>
        <a:bodyPr/>
        <a:lstStyle/>
        <a:p>
          <a:endParaRPr lang="en-US"/>
        </a:p>
      </dgm:t>
    </dgm:pt>
    <dgm:pt modelId="{F7528707-5709-4903-84D7-CFC8F35174EA}">
      <dgm:prSet/>
      <dgm:spPr/>
      <dgm:t>
        <a:bodyPr/>
        <a:lstStyle/>
        <a:p>
          <a:r>
            <a:rPr lang="en-US"/>
            <a:t>https://pandas.pydata.org/docs/getting_started/install.html</a:t>
          </a:r>
        </a:p>
      </dgm:t>
    </dgm:pt>
    <dgm:pt modelId="{1A3EB073-C59F-4931-A44C-D8757CEAB611}" type="parTrans" cxnId="{2B925325-1D28-414F-9D80-8B0CA8D22A5A}">
      <dgm:prSet/>
      <dgm:spPr/>
      <dgm:t>
        <a:bodyPr/>
        <a:lstStyle/>
        <a:p>
          <a:endParaRPr lang="en-US"/>
        </a:p>
      </dgm:t>
    </dgm:pt>
    <dgm:pt modelId="{D765CDA0-3702-493A-81AC-B86388119FA8}" type="sibTrans" cxnId="{2B925325-1D28-414F-9D80-8B0CA8D22A5A}">
      <dgm:prSet/>
      <dgm:spPr/>
      <dgm:t>
        <a:bodyPr/>
        <a:lstStyle/>
        <a:p>
          <a:endParaRPr lang="en-US"/>
        </a:p>
      </dgm:t>
    </dgm:pt>
    <dgm:pt modelId="{2D844E9F-02EA-454F-B1BA-C459C6A6CD38}">
      <dgm:prSet/>
      <dgm:spPr/>
      <dgm:t>
        <a:bodyPr/>
        <a:lstStyle/>
        <a:p>
          <a:r>
            <a:rPr lang="en-US"/>
            <a:t>https://jupyter.org/install</a:t>
          </a:r>
        </a:p>
      </dgm:t>
    </dgm:pt>
    <dgm:pt modelId="{7F0A2E0D-0173-4D0D-97CB-61BF06A7D59D}" type="parTrans" cxnId="{6170A69D-5C52-4FB4-8533-8B9D3C0F8DC0}">
      <dgm:prSet/>
      <dgm:spPr/>
      <dgm:t>
        <a:bodyPr/>
        <a:lstStyle/>
        <a:p>
          <a:endParaRPr lang="en-US"/>
        </a:p>
      </dgm:t>
    </dgm:pt>
    <dgm:pt modelId="{CB5749D2-D5BF-4E4D-A2C3-4EFE9E731758}" type="sibTrans" cxnId="{6170A69D-5C52-4FB4-8533-8B9D3C0F8DC0}">
      <dgm:prSet/>
      <dgm:spPr/>
      <dgm:t>
        <a:bodyPr/>
        <a:lstStyle/>
        <a:p>
          <a:endParaRPr lang="en-US"/>
        </a:p>
      </dgm:t>
    </dgm:pt>
    <dgm:pt modelId="{6A833454-A0C7-48E6-B352-A1C1FE7DFA17}">
      <dgm:prSet/>
      <dgm:spPr/>
      <dgm:t>
        <a:bodyPr/>
        <a:lstStyle/>
        <a:p>
          <a:r>
            <a:rPr lang="en-US"/>
            <a:t>https://pip.pypa.io/en/stable/user_guide/</a:t>
          </a:r>
        </a:p>
      </dgm:t>
    </dgm:pt>
    <dgm:pt modelId="{DCFE92AA-FB70-4758-B825-74311770062C}" type="parTrans" cxnId="{BF0427CA-A0AC-4F14-A698-0DA364C2960B}">
      <dgm:prSet/>
      <dgm:spPr/>
      <dgm:t>
        <a:bodyPr/>
        <a:lstStyle/>
        <a:p>
          <a:endParaRPr lang="en-US"/>
        </a:p>
      </dgm:t>
    </dgm:pt>
    <dgm:pt modelId="{7BC50116-4CFA-41CA-810C-D18F1AB874D6}" type="sibTrans" cxnId="{BF0427CA-A0AC-4F14-A698-0DA364C2960B}">
      <dgm:prSet/>
      <dgm:spPr/>
      <dgm:t>
        <a:bodyPr/>
        <a:lstStyle/>
        <a:p>
          <a:endParaRPr lang="en-US"/>
        </a:p>
      </dgm:t>
    </dgm:pt>
    <dgm:pt modelId="{16F49F20-7FC9-4D66-9BA2-248C6CBED0C9}" type="pres">
      <dgm:prSet presAssocID="{8B7BF81C-EA9C-4907-A1D8-D6556A0A64CA}" presName="linear" presStyleCnt="0">
        <dgm:presLayoutVars>
          <dgm:animLvl val="lvl"/>
          <dgm:resizeHandles val="exact"/>
        </dgm:presLayoutVars>
      </dgm:prSet>
      <dgm:spPr/>
    </dgm:pt>
    <dgm:pt modelId="{51D26792-E81C-4345-8CC5-1050F31E69EF}" type="pres">
      <dgm:prSet presAssocID="{B27BBBDF-217F-4CC2-B662-165AB2E869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3D1F29A-68B7-40C3-9384-B73C0662F9A5}" type="pres">
      <dgm:prSet presAssocID="{7DA91B6C-6CF8-4218-9082-C3F205175B00}" presName="spacer" presStyleCnt="0"/>
      <dgm:spPr/>
    </dgm:pt>
    <dgm:pt modelId="{ACB4B886-909E-4275-9CA9-1110C1C53782}" type="pres">
      <dgm:prSet presAssocID="{691B4830-055A-4ECD-8D76-4747EBADB6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1C307A-24A3-4345-BB65-D4467E852432}" type="pres">
      <dgm:prSet presAssocID="{F495CCF6-E547-4EEB-8B44-FF7AEC1D32DC}" presName="spacer" presStyleCnt="0"/>
      <dgm:spPr/>
    </dgm:pt>
    <dgm:pt modelId="{04FCDAD1-3A0F-4A22-B69B-3C4B02903591}" type="pres">
      <dgm:prSet presAssocID="{F2A2C5AE-CD80-408F-96B2-E9A565B72AF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8AB348-7B55-4800-99A6-65669FBFD487}" type="pres">
      <dgm:prSet presAssocID="{0B1E69F4-6EFC-4D09-93E9-D9C2B2D0A2D8}" presName="spacer" presStyleCnt="0"/>
      <dgm:spPr/>
    </dgm:pt>
    <dgm:pt modelId="{630963D1-2968-4013-AD33-F33382009C8F}" type="pres">
      <dgm:prSet presAssocID="{6C8A3FCE-60F5-4AC6-8BB9-87D402172F3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CA12F7A-17EC-4C5F-95F6-F442695911B3}" type="pres">
      <dgm:prSet presAssocID="{6C8A3FCE-60F5-4AC6-8BB9-87D402172F3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F65401B-8DB3-4CCF-8B11-DE5792376A77}" srcId="{8B7BF81C-EA9C-4907-A1D8-D6556A0A64CA}" destId="{691B4830-055A-4ECD-8D76-4747EBADB62C}" srcOrd="1" destOrd="0" parTransId="{1BB28324-37BE-4F77-8ABF-5C0189CB2710}" sibTransId="{F495CCF6-E547-4EEB-8B44-FF7AEC1D32DC}"/>
    <dgm:cxn modelId="{67F3911C-8047-47C3-9DF5-B75231012D7E}" type="presOf" srcId="{2D844E9F-02EA-454F-B1BA-C459C6A6CD38}" destId="{9CA12F7A-17EC-4C5F-95F6-F442695911B3}" srcOrd="0" destOrd="1" presId="urn:microsoft.com/office/officeart/2005/8/layout/vList2"/>
    <dgm:cxn modelId="{198A8524-946C-4D8C-AAF5-56E190F95AAF}" srcId="{8B7BF81C-EA9C-4907-A1D8-D6556A0A64CA}" destId="{B27BBBDF-217F-4CC2-B662-165AB2E86912}" srcOrd="0" destOrd="0" parTransId="{143309CD-CBDA-42B4-8B3B-1BD66E92F9B1}" sibTransId="{7DA91B6C-6CF8-4218-9082-C3F205175B00}"/>
    <dgm:cxn modelId="{2B925325-1D28-414F-9D80-8B0CA8D22A5A}" srcId="{6C8A3FCE-60F5-4AC6-8BB9-87D402172F37}" destId="{F7528707-5709-4903-84D7-CFC8F35174EA}" srcOrd="0" destOrd="0" parTransId="{1A3EB073-C59F-4931-A44C-D8757CEAB611}" sibTransId="{D765CDA0-3702-493A-81AC-B86388119FA8}"/>
    <dgm:cxn modelId="{9981E627-28C0-4463-85E4-6365583ED65C}" srcId="{8B7BF81C-EA9C-4907-A1D8-D6556A0A64CA}" destId="{6C8A3FCE-60F5-4AC6-8BB9-87D402172F37}" srcOrd="3" destOrd="0" parTransId="{E0094E46-FFB3-4AC1-AEA0-89528F03DF7B}" sibTransId="{CF93389A-BBAF-47E0-8CA6-47629CAACC2F}"/>
    <dgm:cxn modelId="{6E73462B-AD44-41C4-9610-85F43412D52E}" type="presOf" srcId="{F7528707-5709-4903-84D7-CFC8F35174EA}" destId="{9CA12F7A-17EC-4C5F-95F6-F442695911B3}" srcOrd="0" destOrd="0" presId="urn:microsoft.com/office/officeart/2005/8/layout/vList2"/>
    <dgm:cxn modelId="{0D03E35F-2514-4EE7-9218-F0A5A224CBB1}" type="presOf" srcId="{B27BBBDF-217F-4CC2-B662-165AB2E86912}" destId="{51D26792-E81C-4345-8CC5-1050F31E69EF}" srcOrd="0" destOrd="0" presId="urn:microsoft.com/office/officeart/2005/8/layout/vList2"/>
    <dgm:cxn modelId="{789F2359-6E50-4933-94D0-CE5E32A46C1B}" type="presOf" srcId="{F2A2C5AE-CD80-408F-96B2-E9A565B72AF4}" destId="{04FCDAD1-3A0F-4A22-B69B-3C4B02903591}" srcOrd="0" destOrd="0" presId="urn:microsoft.com/office/officeart/2005/8/layout/vList2"/>
    <dgm:cxn modelId="{F3FEB97D-F3E1-4109-9A59-2411FAF68FAF}" type="presOf" srcId="{6A833454-A0C7-48E6-B352-A1C1FE7DFA17}" destId="{9CA12F7A-17EC-4C5F-95F6-F442695911B3}" srcOrd="0" destOrd="2" presId="urn:microsoft.com/office/officeart/2005/8/layout/vList2"/>
    <dgm:cxn modelId="{6170A69D-5C52-4FB4-8533-8B9D3C0F8DC0}" srcId="{6C8A3FCE-60F5-4AC6-8BB9-87D402172F37}" destId="{2D844E9F-02EA-454F-B1BA-C459C6A6CD38}" srcOrd="1" destOrd="0" parTransId="{7F0A2E0D-0173-4D0D-97CB-61BF06A7D59D}" sibTransId="{CB5749D2-D5BF-4E4D-A2C3-4EFE9E731758}"/>
    <dgm:cxn modelId="{96BD20AD-DF5F-4088-A36E-720CF3C226E8}" type="presOf" srcId="{6C8A3FCE-60F5-4AC6-8BB9-87D402172F37}" destId="{630963D1-2968-4013-AD33-F33382009C8F}" srcOrd="0" destOrd="0" presId="urn:microsoft.com/office/officeart/2005/8/layout/vList2"/>
    <dgm:cxn modelId="{BF0427CA-A0AC-4F14-A698-0DA364C2960B}" srcId="{6C8A3FCE-60F5-4AC6-8BB9-87D402172F37}" destId="{6A833454-A0C7-48E6-B352-A1C1FE7DFA17}" srcOrd="2" destOrd="0" parTransId="{DCFE92AA-FB70-4758-B825-74311770062C}" sibTransId="{7BC50116-4CFA-41CA-810C-D18F1AB874D6}"/>
    <dgm:cxn modelId="{6F91F9D1-29D3-4395-978A-606E5704537C}" type="presOf" srcId="{8B7BF81C-EA9C-4907-A1D8-D6556A0A64CA}" destId="{16F49F20-7FC9-4D66-9BA2-248C6CBED0C9}" srcOrd="0" destOrd="0" presId="urn:microsoft.com/office/officeart/2005/8/layout/vList2"/>
    <dgm:cxn modelId="{5AEAD9D3-A54C-435C-94AA-E5180FCAA7F7}" srcId="{8B7BF81C-EA9C-4907-A1D8-D6556A0A64CA}" destId="{F2A2C5AE-CD80-408F-96B2-E9A565B72AF4}" srcOrd="2" destOrd="0" parTransId="{8E1BAD0C-8F44-4E51-9351-6591CD60E6A3}" sibTransId="{0B1E69F4-6EFC-4D09-93E9-D9C2B2D0A2D8}"/>
    <dgm:cxn modelId="{C6BC33F6-A91B-4F08-928F-CC982405B874}" type="presOf" srcId="{691B4830-055A-4ECD-8D76-4747EBADB62C}" destId="{ACB4B886-909E-4275-9CA9-1110C1C53782}" srcOrd="0" destOrd="0" presId="urn:microsoft.com/office/officeart/2005/8/layout/vList2"/>
    <dgm:cxn modelId="{C64D339D-8B5F-4C1E-9A18-2B0CFF052CCD}" type="presParOf" srcId="{16F49F20-7FC9-4D66-9BA2-248C6CBED0C9}" destId="{51D26792-E81C-4345-8CC5-1050F31E69EF}" srcOrd="0" destOrd="0" presId="urn:microsoft.com/office/officeart/2005/8/layout/vList2"/>
    <dgm:cxn modelId="{9336CC44-BAEF-482D-A11F-6A327CF2ABFF}" type="presParOf" srcId="{16F49F20-7FC9-4D66-9BA2-248C6CBED0C9}" destId="{53D1F29A-68B7-40C3-9384-B73C0662F9A5}" srcOrd="1" destOrd="0" presId="urn:microsoft.com/office/officeart/2005/8/layout/vList2"/>
    <dgm:cxn modelId="{3A5AE90C-BF80-472F-A811-59222B886C28}" type="presParOf" srcId="{16F49F20-7FC9-4D66-9BA2-248C6CBED0C9}" destId="{ACB4B886-909E-4275-9CA9-1110C1C53782}" srcOrd="2" destOrd="0" presId="urn:microsoft.com/office/officeart/2005/8/layout/vList2"/>
    <dgm:cxn modelId="{B14A19BD-8AA7-40AD-8773-37035EF762DF}" type="presParOf" srcId="{16F49F20-7FC9-4D66-9BA2-248C6CBED0C9}" destId="{2C1C307A-24A3-4345-BB65-D4467E852432}" srcOrd="3" destOrd="0" presId="urn:microsoft.com/office/officeart/2005/8/layout/vList2"/>
    <dgm:cxn modelId="{48020BB3-A3F6-40CC-8661-9F4C23ED1C40}" type="presParOf" srcId="{16F49F20-7FC9-4D66-9BA2-248C6CBED0C9}" destId="{04FCDAD1-3A0F-4A22-B69B-3C4B02903591}" srcOrd="4" destOrd="0" presId="urn:microsoft.com/office/officeart/2005/8/layout/vList2"/>
    <dgm:cxn modelId="{785958C5-73D9-45A7-9F2F-C521931C4385}" type="presParOf" srcId="{16F49F20-7FC9-4D66-9BA2-248C6CBED0C9}" destId="{318AB348-7B55-4800-99A6-65669FBFD487}" srcOrd="5" destOrd="0" presId="urn:microsoft.com/office/officeart/2005/8/layout/vList2"/>
    <dgm:cxn modelId="{99AEE825-9EF8-4C6F-901E-23D9D5893188}" type="presParOf" srcId="{16F49F20-7FC9-4D66-9BA2-248C6CBED0C9}" destId="{630963D1-2968-4013-AD33-F33382009C8F}" srcOrd="6" destOrd="0" presId="urn:microsoft.com/office/officeart/2005/8/layout/vList2"/>
    <dgm:cxn modelId="{AF479551-E7BE-410A-B57D-7753BB60D8FA}" type="presParOf" srcId="{16F49F20-7FC9-4D66-9BA2-248C6CBED0C9}" destId="{9CA12F7A-17EC-4C5F-95F6-F442695911B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344D2D-A3D7-4CD4-B7F1-DD49E458145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656D70-77C8-449B-A2A6-634B59D79E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Combine many CSVs</a:t>
          </a:r>
        </a:p>
      </dgm:t>
    </dgm:pt>
    <dgm:pt modelId="{21955127-402F-4BFF-8CEF-E4B7F248B3A6}" type="parTrans" cxnId="{E955E668-453D-4BE1-8B20-F53DB1C872A2}">
      <dgm:prSet/>
      <dgm:spPr/>
      <dgm:t>
        <a:bodyPr/>
        <a:lstStyle/>
        <a:p>
          <a:endParaRPr lang="en-US"/>
        </a:p>
      </dgm:t>
    </dgm:pt>
    <dgm:pt modelId="{7E91BCE7-7116-40BA-BEE6-A6F217CD069D}" type="sibTrans" cxnId="{E955E668-453D-4BE1-8B20-F53DB1C872A2}">
      <dgm:prSet/>
      <dgm:spPr/>
      <dgm:t>
        <a:bodyPr/>
        <a:lstStyle/>
        <a:p>
          <a:endParaRPr lang="en-US"/>
        </a:p>
      </dgm:t>
    </dgm:pt>
    <dgm:pt modelId="{E482BCB1-5FB8-48F8-A33B-A1D12E442B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Clean structure</a:t>
          </a:r>
        </a:p>
      </dgm:t>
    </dgm:pt>
    <dgm:pt modelId="{F87CCE08-4537-4E03-87BB-B2AF9D25D60E}" type="parTrans" cxnId="{91733F6F-6DAD-474D-AEBB-1D150664D470}">
      <dgm:prSet/>
      <dgm:spPr/>
      <dgm:t>
        <a:bodyPr/>
        <a:lstStyle/>
        <a:p>
          <a:endParaRPr lang="en-US"/>
        </a:p>
      </dgm:t>
    </dgm:pt>
    <dgm:pt modelId="{47B0732E-9617-4746-BE06-86496547ECDE}" type="sibTrans" cxnId="{91733F6F-6DAD-474D-AEBB-1D150664D470}">
      <dgm:prSet/>
      <dgm:spPr/>
      <dgm:t>
        <a:bodyPr/>
        <a:lstStyle/>
        <a:p>
          <a:endParaRPr lang="en-US"/>
        </a:p>
      </dgm:t>
    </dgm:pt>
    <dgm:pt modelId="{B94084B3-CD61-4C42-A5ED-9005FB2E96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Summaries &amp; aggregates</a:t>
          </a:r>
        </a:p>
      </dgm:t>
    </dgm:pt>
    <dgm:pt modelId="{E8C4DAAE-8476-4FCF-ABD7-800249A72F44}" type="parTrans" cxnId="{143C3A0F-08E2-4774-AB2B-38C9B80284D4}">
      <dgm:prSet/>
      <dgm:spPr/>
      <dgm:t>
        <a:bodyPr/>
        <a:lstStyle/>
        <a:p>
          <a:endParaRPr lang="en-US"/>
        </a:p>
      </dgm:t>
    </dgm:pt>
    <dgm:pt modelId="{8AACE14C-F6BA-45B5-99D6-BCB9219516F7}" type="sibTrans" cxnId="{143C3A0F-08E2-4774-AB2B-38C9B80284D4}">
      <dgm:prSet/>
      <dgm:spPr/>
      <dgm:t>
        <a:bodyPr/>
        <a:lstStyle/>
        <a:p>
          <a:endParaRPr lang="en-US"/>
        </a:p>
      </dgm:t>
    </dgm:pt>
    <dgm:pt modelId="{74490229-0B2A-42FA-B292-81EC5D96B1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Save outputs</a:t>
          </a:r>
        </a:p>
      </dgm:t>
    </dgm:pt>
    <dgm:pt modelId="{F16F0BD2-5908-4962-84E8-F35C35020856}" type="parTrans" cxnId="{01170D41-2B1F-42D9-9383-93117FD25B80}">
      <dgm:prSet/>
      <dgm:spPr/>
      <dgm:t>
        <a:bodyPr/>
        <a:lstStyle/>
        <a:p>
          <a:endParaRPr lang="en-US"/>
        </a:p>
      </dgm:t>
    </dgm:pt>
    <dgm:pt modelId="{97ECBCF6-5956-4D78-81C4-7BC6FFF6F5D3}" type="sibTrans" cxnId="{01170D41-2B1F-42D9-9383-93117FD25B80}">
      <dgm:prSet/>
      <dgm:spPr/>
      <dgm:t>
        <a:bodyPr/>
        <a:lstStyle/>
        <a:p>
          <a:endParaRPr lang="en-US"/>
        </a:p>
      </dgm:t>
    </dgm:pt>
    <dgm:pt modelId="{AB92F37E-C9EE-48E9-8606-97C2927C83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References:</a:t>
          </a:r>
        </a:p>
      </dgm:t>
    </dgm:pt>
    <dgm:pt modelId="{6BFD4DB1-DF57-40B8-8BD4-F8A96A8D684F}" type="parTrans" cxnId="{374AB3C4-3A90-4656-AB99-FFC9EC5766A1}">
      <dgm:prSet/>
      <dgm:spPr/>
      <dgm:t>
        <a:bodyPr/>
        <a:lstStyle/>
        <a:p>
          <a:endParaRPr lang="en-US"/>
        </a:p>
      </dgm:t>
    </dgm:pt>
    <dgm:pt modelId="{9A29CAD8-A994-467A-AE00-B03362A0F005}" type="sibTrans" cxnId="{374AB3C4-3A90-4656-AB99-FFC9EC5766A1}">
      <dgm:prSet/>
      <dgm:spPr/>
      <dgm:t>
        <a:bodyPr/>
        <a:lstStyle/>
        <a:p>
          <a:endParaRPr lang="en-US"/>
        </a:p>
      </dgm:t>
    </dgm:pt>
    <dgm:pt modelId="{EDFFD957-0F6D-4035-AB8B-36EF0D82F2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https://pandas.pydata.org/docs/getting_started/intro_tutorials/</a:t>
          </a:r>
        </a:p>
      </dgm:t>
    </dgm:pt>
    <dgm:pt modelId="{EC152043-E38A-45B0-994B-6287905862FA}" type="parTrans" cxnId="{838082C0-5A82-475C-8E32-DE5EDDF94ADA}">
      <dgm:prSet/>
      <dgm:spPr/>
      <dgm:t>
        <a:bodyPr/>
        <a:lstStyle/>
        <a:p>
          <a:endParaRPr lang="en-US"/>
        </a:p>
      </dgm:t>
    </dgm:pt>
    <dgm:pt modelId="{01568606-7AC4-4628-9445-E3DA536CF004}" type="sibTrans" cxnId="{838082C0-5A82-475C-8E32-DE5EDDF94ADA}">
      <dgm:prSet/>
      <dgm:spPr/>
      <dgm:t>
        <a:bodyPr/>
        <a:lstStyle/>
        <a:p>
          <a:endParaRPr lang="en-US"/>
        </a:p>
      </dgm:t>
    </dgm:pt>
    <dgm:pt modelId="{A6D03DD9-0B0C-4D94-93CD-BEDCAAEF95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https://pandas.pydata.org/docs/user_guide/io.html</a:t>
          </a:r>
        </a:p>
      </dgm:t>
    </dgm:pt>
    <dgm:pt modelId="{B8CEAA71-75FB-4BC1-88FD-2DA8F764B256}" type="parTrans" cxnId="{24586D9F-272A-4E3D-88DB-258F781293D3}">
      <dgm:prSet/>
      <dgm:spPr/>
      <dgm:t>
        <a:bodyPr/>
        <a:lstStyle/>
        <a:p>
          <a:endParaRPr lang="en-US"/>
        </a:p>
      </dgm:t>
    </dgm:pt>
    <dgm:pt modelId="{5151EDFD-AED2-4AC0-96E1-35708DC5C7BC}" type="sibTrans" cxnId="{24586D9F-272A-4E3D-88DB-258F781293D3}">
      <dgm:prSet/>
      <dgm:spPr/>
      <dgm:t>
        <a:bodyPr/>
        <a:lstStyle/>
        <a:p>
          <a:endParaRPr lang="en-US"/>
        </a:p>
      </dgm:t>
    </dgm:pt>
    <dgm:pt modelId="{9E2B2AD0-72A5-4610-AC46-0DB47A9E8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https://realpython.com/pandas-python-explore-dataset/</a:t>
          </a:r>
        </a:p>
      </dgm:t>
    </dgm:pt>
    <dgm:pt modelId="{936D1E88-4050-418D-A49F-E987CD86D7DA}" type="parTrans" cxnId="{D54E87FE-76D0-47CB-94E3-FE689B1433E2}">
      <dgm:prSet/>
      <dgm:spPr/>
      <dgm:t>
        <a:bodyPr/>
        <a:lstStyle/>
        <a:p>
          <a:endParaRPr lang="en-US"/>
        </a:p>
      </dgm:t>
    </dgm:pt>
    <dgm:pt modelId="{9801CD07-25AD-4A2E-A81E-65EFDD0B7EB4}" type="sibTrans" cxnId="{D54E87FE-76D0-47CB-94E3-FE689B1433E2}">
      <dgm:prSet/>
      <dgm:spPr/>
      <dgm:t>
        <a:bodyPr/>
        <a:lstStyle/>
        <a:p>
          <a:endParaRPr lang="en-US"/>
        </a:p>
      </dgm:t>
    </dgm:pt>
    <dgm:pt modelId="{46A1745A-F15E-4E4A-8C0A-DA4D416F4365}" type="pres">
      <dgm:prSet presAssocID="{1A344D2D-A3D7-4CD4-B7F1-DD49E4581453}" presName="root" presStyleCnt="0">
        <dgm:presLayoutVars>
          <dgm:dir/>
          <dgm:resizeHandles val="exact"/>
        </dgm:presLayoutVars>
      </dgm:prSet>
      <dgm:spPr/>
    </dgm:pt>
    <dgm:pt modelId="{F349237F-28E5-4DEA-91F7-450099D5F5DB}" type="pres">
      <dgm:prSet presAssocID="{3F656D70-77C8-449B-A2A6-634B59D79E27}" presName="compNode" presStyleCnt="0"/>
      <dgm:spPr/>
    </dgm:pt>
    <dgm:pt modelId="{2C9C2448-80F4-478C-ADE5-DF7A31D38481}" type="pres">
      <dgm:prSet presAssocID="{3F656D70-77C8-449B-A2A6-634B59D79E2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84416A8-7536-4F0A-8322-F547F0B5EDA0}" type="pres">
      <dgm:prSet presAssocID="{3F656D70-77C8-449B-A2A6-634B59D79E27}" presName="iconSpace" presStyleCnt="0"/>
      <dgm:spPr/>
    </dgm:pt>
    <dgm:pt modelId="{6543B4F5-7501-4B9E-8FCD-E9C2929D951D}" type="pres">
      <dgm:prSet presAssocID="{3F656D70-77C8-449B-A2A6-634B59D79E27}" presName="parTx" presStyleLbl="revTx" presStyleIdx="0" presStyleCnt="10">
        <dgm:presLayoutVars>
          <dgm:chMax val="0"/>
          <dgm:chPref val="0"/>
        </dgm:presLayoutVars>
      </dgm:prSet>
      <dgm:spPr/>
    </dgm:pt>
    <dgm:pt modelId="{30689F89-3FF8-4813-8944-FECD009EE317}" type="pres">
      <dgm:prSet presAssocID="{3F656D70-77C8-449B-A2A6-634B59D79E27}" presName="txSpace" presStyleCnt="0"/>
      <dgm:spPr/>
    </dgm:pt>
    <dgm:pt modelId="{02F1249E-B192-406B-A8CD-3B4ACA6D776B}" type="pres">
      <dgm:prSet presAssocID="{3F656D70-77C8-449B-A2A6-634B59D79E27}" presName="desTx" presStyleLbl="revTx" presStyleIdx="1" presStyleCnt="10">
        <dgm:presLayoutVars/>
      </dgm:prSet>
      <dgm:spPr/>
    </dgm:pt>
    <dgm:pt modelId="{59C95499-370D-47EC-8275-C8786449526A}" type="pres">
      <dgm:prSet presAssocID="{7E91BCE7-7116-40BA-BEE6-A6F217CD069D}" presName="sibTrans" presStyleCnt="0"/>
      <dgm:spPr/>
    </dgm:pt>
    <dgm:pt modelId="{AF6DEFC5-F03D-43E8-997F-E3936DC4E470}" type="pres">
      <dgm:prSet presAssocID="{E482BCB1-5FB8-48F8-A33B-A1D12E442B67}" presName="compNode" presStyleCnt="0"/>
      <dgm:spPr/>
    </dgm:pt>
    <dgm:pt modelId="{468C775F-B202-4057-A20B-559E7E08B3D5}" type="pres">
      <dgm:prSet presAssocID="{E482BCB1-5FB8-48F8-A33B-A1D12E442B6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FA792BA0-F535-4DF1-86F8-C9061CEB5507}" type="pres">
      <dgm:prSet presAssocID="{E482BCB1-5FB8-48F8-A33B-A1D12E442B67}" presName="iconSpace" presStyleCnt="0"/>
      <dgm:spPr/>
    </dgm:pt>
    <dgm:pt modelId="{59A58AF1-19D6-40AA-AAC8-B7AB39EA4E5D}" type="pres">
      <dgm:prSet presAssocID="{E482BCB1-5FB8-48F8-A33B-A1D12E442B67}" presName="parTx" presStyleLbl="revTx" presStyleIdx="2" presStyleCnt="10">
        <dgm:presLayoutVars>
          <dgm:chMax val="0"/>
          <dgm:chPref val="0"/>
        </dgm:presLayoutVars>
      </dgm:prSet>
      <dgm:spPr/>
    </dgm:pt>
    <dgm:pt modelId="{8F43FD3B-6200-427C-B8FE-A6ADC1B109D1}" type="pres">
      <dgm:prSet presAssocID="{E482BCB1-5FB8-48F8-A33B-A1D12E442B67}" presName="txSpace" presStyleCnt="0"/>
      <dgm:spPr/>
    </dgm:pt>
    <dgm:pt modelId="{0F5435F4-5969-4527-9F53-AFFEB1D958C6}" type="pres">
      <dgm:prSet presAssocID="{E482BCB1-5FB8-48F8-A33B-A1D12E442B67}" presName="desTx" presStyleLbl="revTx" presStyleIdx="3" presStyleCnt="10">
        <dgm:presLayoutVars/>
      </dgm:prSet>
      <dgm:spPr/>
    </dgm:pt>
    <dgm:pt modelId="{37CD831B-E9ED-4065-B41E-9EA4608C3977}" type="pres">
      <dgm:prSet presAssocID="{47B0732E-9617-4746-BE06-86496547ECDE}" presName="sibTrans" presStyleCnt="0"/>
      <dgm:spPr/>
    </dgm:pt>
    <dgm:pt modelId="{498C2536-3C7D-4BE6-A4EC-F12F32745CCD}" type="pres">
      <dgm:prSet presAssocID="{B94084B3-CD61-4C42-A5ED-9005FB2E96AD}" presName="compNode" presStyleCnt="0"/>
      <dgm:spPr/>
    </dgm:pt>
    <dgm:pt modelId="{67B32510-9A11-4FD7-AEBB-6F5F1670C6AC}" type="pres">
      <dgm:prSet presAssocID="{B94084B3-CD61-4C42-A5ED-9005FB2E96A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0DB1E8EB-2584-4359-A6A5-983AF610F19B}" type="pres">
      <dgm:prSet presAssocID="{B94084B3-CD61-4C42-A5ED-9005FB2E96AD}" presName="iconSpace" presStyleCnt="0"/>
      <dgm:spPr/>
    </dgm:pt>
    <dgm:pt modelId="{9081E388-A74E-4D07-A34F-103B8096A015}" type="pres">
      <dgm:prSet presAssocID="{B94084B3-CD61-4C42-A5ED-9005FB2E96AD}" presName="parTx" presStyleLbl="revTx" presStyleIdx="4" presStyleCnt="10">
        <dgm:presLayoutVars>
          <dgm:chMax val="0"/>
          <dgm:chPref val="0"/>
        </dgm:presLayoutVars>
      </dgm:prSet>
      <dgm:spPr/>
    </dgm:pt>
    <dgm:pt modelId="{3EA20A8B-A55E-487E-94B0-892CE496B03C}" type="pres">
      <dgm:prSet presAssocID="{B94084B3-CD61-4C42-A5ED-9005FB2E96AD}" presName="txSpace" presStyleCnt="0"/>
      <dgm:spPr/>
    </dgm:pt>
    <dgm:pt modelId="{BF03F562-3820-4D82-91B9-1484F58D55A4}" type="pres">
      <dgm:prSet presAssocID="{B94084B3-CD61-4C42-A5ED-9005FB2E96AD}" presName="desTx" presStyleLbl="revTx" presStyleIdx="5" presStyleCnt="10">
        <dgm:presLayoutVars/>
      </dgm:prSet>
      <dgm:spPr/>
    </dgm:pt>
    <dgm:pt modelId="{54F6FB70-A752-460E-ACAE-2830C9DBA9EA}" type="pres">
      <dgm:prSet presAssocID="{8AACE14C-F6BA-45B5-99D6-BCB9219516F7}" presName="sibTrans" presStyleCnt="0"/>
      <dgm:spPr/>
    </dgm:pt>
    <dgm:pt modelId="{8BA25F68-6A7E-4375-AC71-20AABA1AA5BB}" type="pres">
      <dgm:prSet presAssocID="{74490229-0B2A-42FA-B292-81EC5D96B10D}" presName="compNode" presStyleCnt="0"/>
      <dgm:spPr/>
    </dgm:pt>
    <dgm:pt modelId="{DAC26E87-AD0F-420C-AE04-296470D30DE6}" type="pres">
      <dgm:prSet presAssocID="{74490229-0B2A-42FA-B292-81EC5D96B10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570C87-0DF1-43F1-939D-5292521BC789}" type="pres">
      <dgm:prSet presAssocID="{74490229-0B2A-42FA-B292-81EC5D96B10D}" presName="iconSpace" presStyleCnt="0"/>
      <dgm:spPr/>
    </dgm:pt>
    <dgm:pt modelId="{C47E81D3-09A2-400E-8608-7755EA40CD69}" type="pres">
      <dgm:prSet presAssocID="{74490229-0B2A-42FA-B292-81EC5D96B10D}" presName="parTx" presStyleLbl="revTx" presStyleIdx="6" presStyleCnt="10">
        <dgm:presLayoutVars>
          <dgm:chMax val="0"/>
          <dgm:chPref val="0"/>
        </dgm:presLayoutVars>
      </dgm:prSet>
      <dgm:spPr/>
    </dgm:pt>
    <dgm:pt modelId="{EAEC8A83-183F-4291-9BBB-E3DDFD15F47D}" type="pres">
      <dgm:prSet presAssocID="{74490229-0B2A-42FA-B292-81EC5D96B10D}" presName="txSpace" presStyleCnt="0"/>
      <dgm:spPr/>
    </dgm:pt>
    <dgm:pt modelId="{059C573A-9490-48D8-8D1C-11D170FD8B98}" type="pres">
      <dgm:prSet presAssocID="{74490229-0B2A-42FA-B292-81EC5D96B10D}" presName="desTx" presStyleLbl="revTx" presStyleIdx="7" presStyleCnt="10">
        <dgm:presLayoutVars/>
      </dgm:prSet>
      <dgm:spPr/>
    </dgm:pt>
    <dgm:pt modelId="{918A79C2-B2F6-4C05-874B-F805EEAF9588}" type="pres">
      <dgm:prSet presAssocID="{97ECBCF6-5956-4D78-81C4-7BC6FFF6F5D3}" presName="sibTrans" presStyleCnt="0"/>
      <dgm:spPr/>
    </dgm:pt>
    <dgm:pt modelId="{1F738E55-1EDD-4F71-A839-AB7E4BCF648E}" type="pres">
      <dgm:prSet presAssocID="{AB92F37E-C9EE-48E9-8606-97C2927C8336}" presName="compNode" presStyleCnt="0"/>
      <dgm:spPr/>
    </dgm:pt>
    <dgm:pt modelId="{4FD171E3-A8CE-4E98-8FAA-56E9D4B99527}" type="pres">
      <dgm:prSet presAssocID="{AB92F37E-C9EE-48E9-8606-97C2927C833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23DF2F5-FCCC-4D55-B242-4FA3831D92D3}" type="pres">
      <dgm:prSet presAssocID="{AB92F37E-C9EE-48E9-8606-97C2927C8336}" presName="iconSpace" presStyleCnt="0"/>
      <dgm:spPr/>
    </dgm:pt>
    <dgm:pt modelId="{E100DF94-A9F4-4A73-ACD5-54AFFFB1727B}" type="pres">
      <dgm:prSet presAssocID="{AB92F37E-C9EE-48E9-8606-97C2927C8336}" presName="parTx" presStyleLbl="revTx" presStyleIdx="8" presStyleCnt="10">
        <dgm:presLayoutVars>
          <dgm:chMax val="0"/>
          <dgm:chPref val="0"/>
        </dgm:presLayoutVars>
      </dgm:prSet>
      <dgm:spPr/>
    </dgm:pt>
    <dgm:pt modelId="{7C6D48A0-1D6C-4058-932A-1756B94B779A}" type="pres">
      <dgm:prSet presAssocID="{AB92F37E-C9EE-48E9-8606-97C2927C8336}" presName="txSpace" presStyleCnt="0"/>
      <dgm:spPr/>
    </dgm:pt>
    <dgm:pt modelId="{F5ED5F24-E848-49C5-A32C-F5B3F81E5A98}" type="pres">
      <dgm:prSet presAssocID="{AB92F37E-C9EE-48E9-8606-97C2927C8336}" presName="desTx" presStyleLbl="revTx" presStyleIdx="9" presStyleCnt="10">
        <dgm:presLayoutVars/>
      </dgm:prSet>
      <dgm:spPr/>
    </dgm:pt>
  </dgm:ptLst>
  <dgm:cxnLst>
    <dgm:cxn modelId="{143C3A0F-08E2-4774-AB2B-38C9B80284D4}" srcId="{1A344D2D-A3D7-4CD4-B7F1-DD49E4581453}" destId="{B94084B3-CD61-4C42-A5ED-9005FB2E96AD}" srcOrd="2" destOrd="0" parTransId="{E8C4DAAE-8476-4FCF-ABD7-800249A72F44}" sibTransId="{8AACE14C-F6BA-45B5-99D6-BCB9219516F7}"/>
    <dgm:cxn modelId="{81F25219-2CFE-4982-A22E-9EA8E3F52C40}" type="presOf" srcId="{74490229-0B2A-42FA-B292-81EC5D96B10D}" destId="{C47E81D3-09A2-400E-8608-7755EA40CD69}" srcOrd="0" destOrd="0" presId="urn:microsoft.com/office/officeart/2018/2/layout/IconLabelDescriptionList"/>
    <dgm:cxn modelId="{45415230-55B9-46F8-941C-A74F70B87F7F}" type="presOf" srcId="{AB92F37E-C9EE-48E9-8606-97C2927C8336}" destId="{E100DF94-A9F4-4A73-ACD5-54AFFFB1727B}" srcOrd="0" destOrd="0" presId="urn:microsoft.com/office/officeart/2018/2/layout/IconLabelDescriptionList"/>
    <dgm:cxn modelId="{01170D41-2B1F-42D9-9383-93117FD25B80}" srcId="{1A344D2D-A3D7-4CD4-B7F1-DD49E4581453}" destId="{74490229-0B2A-42FA-B292-81EC5D96B10D}" srcOrd="3" destOrd="0" parTransId="{F16F0BD2-5908-4962-84E8-F35C35020856}" sibTransId="{97ECBCF6-5956-4D78-81C4-7BC6FFF6F5D3}"/>
    <dgm:cxn modelId="{E955E668-453D-4BE1-8B20-F53DB1C872A2}" srcId="{1A344D2D-A3D7-4CD4-B7F1-DD49E4581453}" destId="{3F656D70-77C8-449B-A2A6-634B59D79E27}" srcOrd="0" destOrd="0" parTransId="{21955127-402F-4BFF-8CEF-E4B7F248B3A6}" sibTransId="{7E91BCE7-7116-40BA-BEE6-A6F217CD069D}"/>
    <dgm:cxn modelId="{6EC7486C-40A3-4D33-93B4-9F209344C279}" type="presOf" srcId="{9E2B2AD0-72A5-4610-AC46-0DB47A9E84FB}" destId="{F5ED5F24-E848-49C5-A32C-F5B3F81E5A98}" srcOrd="0" destOrd="2" presId="urn:microsoft.com/office/officeart/2018/2/layout/IconLabelDescriptionList"/>
    <dgm:cxn modelId="{91733F6F-6DAD-474D-AEBB-1D150664D470}" srcId="{1A344D2D-A3D7-4CD4-B7F1-DD49E4581453}" destId="{E482BCB1-5FB8-48F8-A33B-A1D12E442B67}" srcOrd="1" destOrd="0" parTransId="{F87CCE08-4537-4E03-87BB-B2AF9D25D60E}" sibTransId="{47B0732E-9617-4746-BE06-86496547ECDE}"/>
    <dgm:cxn modelId="{0D48B954-0950-414D-AD9F-F023A1159D01}" type="presOf" srcId="{1A344D2D-A3D7-4CD4-B7F1-DD49E4581453}" destId="{46A1745A-F15E-4E4A-8C0A-DA4D416F4365}" srcOrd="0" destOrd="0" presId="urn:microsoft.com/office/officeart/2018/2/layout/IconLabelDescriptionList"/>
    <dgm:cxn modelId="{A39F3590-1204-4AF5-B7AB-F202D467B6DF}" type="presOf" srcId="{E482BCB1-5FB8-48F8-A33B-A1D12E442B67}" destId="{59A58AF1-19D6-40AA-AAC8-B7AB39EA4E5D}" srcOrd="0" destOrd="0" presId="urn:microsoft.com/office/officeart/2018/2/layout/IconLabelDescriptionList"/>
    <dgm:cxn modelId="{24586D9F-272A-4E3D-88DB-258F781293D3}" srcId="{AB92F37E-C9EE-48E9-8606-97C2927C8336}" destId="{A6D03DD9-0B0C-4D94-93CD-BEDCAAEF95E0}" srcOrd="1" destOrd="0" parTransId="{B8CEAA71-75FB-4BC1-88FD-2DA8F764B256}" sibTransId="{5151EDFD-AED2-4AC0-96E1-35708DC5C7BC}"/>
    <dgm:cxn modelId="{247FCCA6-FA03-49D4-B825-E27096C095A1}" type="presOf" srcId="{B94084B3-CD61-4C42-A5ED-9005FB2E96AD}" destId="{9081E388-A74E-4D07-A34F-103B8096A015}" srcOrd="0" destOrd="0" presId="urn:microsoft.com/office/officeart/2018/2/layout/IconLabelDescriptionList"/>
    <dgm:cxn modelId="{7CD8ABB9-FAA2-41F2-B15A-D9E5393F9431}" type="presOf" srcId="{EDFFD957-0F6D-4035-AB8B-36EF0D82F252}" destId="{F5ED5F24-E848-49C5-A32C-F5B3F81E5A98}" srcOrd="0" destOrd="0" presId="urn:microsoft.com/office/officeart/2018/2/layout/IconLabelDescriptionList"/>
    <dgm:cxn modelId="{390264BF-9351-4ED4-A35A-D65D27299C0C}" type="presOf" srcId="{3F656D70-77C8-449B-A2A6-634B59D79E27}" destId="{6543B4F5-7501-4B9E-8FCD-E9C2929D951D}" srcOrd="0" destOrd="0" presId="urn:microsoft.com/office/officeart/2018/2/layout/IconLabelDescriptionList"/>
    <dgm:cxn modelId="{838082C0-5A82-475C-8E32-DE5EDDF94ADA}" srcId="{AB92F37E-C9EE-48E9-8606-97C2927C8336}" destId="{EDFFD957-0F6D-4035-AB8B-36EF0D82F252}" srcOrd="0" destOrd="0" parTransId="{EC152043-E38A-45B0-994B-6287905862FA}" sibTransId="{01568606-7AC4-4628-9445-E3DA536CF004}"/>
    <dgm:cxn modelId="{374AB3C4-3A90-4656-AB99-FFC9EC5766A1}" srcId="{1A344D2D-A3D7-4CD4-B7F1-DD49E4581453}" destId="{AB92F37E-C9EE-48E9-8606-97C2927C8336}" srcOrd="4" destOrd="0" parTransId="{6BFD4DB1-DF57-40B8-8BD4-F8A96A8D684F}" sibTransId="{9A29CAD8-A994-467A-AE00-B03362A0F005}"/>
    <dgm:cxn modelId="{F37179EF-00E4-4658-BA99-5A05CAF5786F}" type="presOf" srcId="{A6D03DD9-0B0C-4D94-93CD-BEDCAAEF95E0}" destId="{F5ED5F24-E848-49C5-A32C-F5B3F81E5A98}" srcOrd="0" destOrd="1" presId="urn:microsoft.com/office/officeart/2018/2/layout/IconLabelDescriptionList"/>
    <dgm:cxn modelId="{D54E87FE-76D0-47CB-94E3-FE689B1433E2}" srcId="{AB92F37E-C9EE-48E9-8606-97C2927C8336}" destId="{9E2B2AD0-72A5-4610-AC46-0DB47A9E84FB}" srcOrd="2" destOrd="0" parTransId="{936D1E88-4050-418D-A49F-E987CD86D7DA}" sibTransId="{9801CD07-25AD-4A2E-A81E-65EFDD0B7EB4}"/>
    <dgm:cxn modelId="{02D10EB5-57BC-40DC-A308-5EAA5FB15E3D}" type="presParOf" srcId="{46A1745A-F15E-4E4A-8C0A-DA4D416F4365}" destId="{F349237F-28E5-4DEA-91F7-450099D5F5DB}" srcOrd="0" destOrd="0" presId="urn:microsoft.com/office/officeart/2018/2/layout/IconLabelDescriptionList"/>
    <dgm:cxn modelId="{E2B63041-6427-4BCD-A503-54CC1FB88A59}" type="presParOf" srcId="{F349237F-28E5-4DEA-91F7-450099D5F5DB}" destId="{2C9C2448-80F4-478C-ADE5-DF7A31D38481}" srcOrd="0" destOrd="0" presId="urn:microsoft.com/office/officeart/2018/2/layout/IconLabelDescriptionList"/>
    <dgm:cxn modelId="{4CD7574A-9B7A-45C2-89B8-62D3AD8335AE}" type="presParOf" srcId="{F349237F-28E5-4DEA-91F7-450099D5F5DB}" destId="{184416A8-7536-4F0A-8322-F547F0B5EDA0}" srcOrd="1" destOrd="0" presId="urn:microsoft.com/office/officeart/2018/2/layout/IconLabelDescriptionList"/>
    <dgm:cxn modelId="{14604A3E-5044-46D9-9B82-CAFEBD47B2B7}" type="presParOf" srcId="{F349237F-28E5-4DEA-91F7-450099D5F5DB}" destId="{6543B4F5-7501-4B9E-8FCD-E9C2929D951D}" srcOrd="2" destOrd="0" presId="urn:microsoft.com/office/officeart/2018/2/layout/IconLabelDescriptionList"/>
    <dgm:cxn modelId="{DDB164B3-882E-494F-8D93-6F0AFE5F7F3E}" type="presParOf" srcId="{F349237F-28E5-4DEA-91F7-450099D5F5DB}" destId="{30689F89-3FF8-4813-8944-FECD009EE317}" srcOrd="3" destOrd="0" presId="urn:microsoft.com/office/officeart/2018/2/layout/IconLabelDescriptionList"/>
    <dgm:cxn modelId="{5E5BCFEF-670C-4377-85A9-C497F8C54A0B}" type="presParOf" srcId="{F349237F-28E5-4DEA-91F7-450099D5F5DB}" destId="{02F1249E-B192-406B-A8CD-3B4ACA6D776B}" srcOrd="4" destOrd="0" presId="urn:microsoft.com/office/officeart/2018/2/layout/IconLabelDescriptionList"/>
    <dgm:cxn modelId="{F6FF2A95-A553-4485-88B3-08879AAF5A1D}" type="presParOf" srcId="{46A1745A-F15E-4E4A-8C0A-DA4D416F4365}" destId="{59C95499-370D-47EC-8275-C8786449526A}" srcOrd="1" destOrd="0" presId="urn:microsoft.com/office/officeart/2018/2/layout/IconLabelDescriptionList"/>
    <dgm:cxn modelId="{AE67747A-9406-42D2-AEEE-A4E54FB26159}" type="presParOf" srcId="{46A1745A-F15E-4E4A-8C0A-DA4D416F4365}" destId="{AF6DEFC5-F03D-43E8-997F-E3936DC4E470}" srcOrd="2" destOrd="0" presId="urn:microsoft.com/office/officeart/2018/2/layout/IconLabelDescriptionList"/>
    <dgm:cxn modelId="{8E2A9044-8795-43CB-8DE7-139D0C6B5B39}" type="presParOf" srcId="{AF6DEFC5-F03D-43E8-997F-E3936DC4E470}" destId="{468C775F-B202-4057-A20B-559E7E08B3D5}" srcOrd="0" destOrd="0" presId="urn:microsoft.com/office/officeart/2018/2/layout/IconLabelDescriptionList"/>
    <dgm:cxn modelId="{125D6C6B-8324-40A8-8BE9-E5E9D5CDD824}" type="presParOf" srcId="{AF6DEFC5-F03D-43E8-997F-E3936DC4E470}" destId="{FA792BA0-F535-4DF1-86F8-C9061CEB5507}" srcOrd="1" destOrd="0" presId="urn:microsoft.com/office/officeart/2018/2/layout/IconLabelDescriptionList"/>
    <dgm:cxn modelId="{C53A4576-D717-444F-BF23-113A68EC222A}" type="presParOf" srcId="{AF6DEFC5-F03D-43E8-997F-E3936DC4E470}" destId="{59A58AF1-19D6-40AA-AAC8-B7AB39EA4E5D}" srcOrd="2" destOrd="0" presId="urn:microsoft.com/office/officeart/2018/2/layout/IconLabelDescriptionList"/>
    <dgm:cxn modelId="{4A064617-CC43-44B9-A980-41EA18044603}" type="presParOf" srcId="{AF6DEFC5-F03D-43E8-997F-E3936DC4E470}" destId="{8F43FD3B-6200-427C-B8FE-A6ADC1B109D1}" srcOrd="3" destOrd="0" presId="urn:microsoft.com/office/officeart/2018/2/layout/IconLabelDescriptionList"/>
    <dgm:cxn modelId="{0F5B973C-A4EB-4B84-9226-CBA549C3BAD9}" type="presParOf" srcId="{AF6DEFC5-F03D-43E8-997F-E3936DC4E470}" destId="{0F5435F4-5969-4527-9F53-AFFEB1D958C6}" srcOrd="4" destOrd="0" presId="urn:microsoft.com/office/officeart/2018/2/layout/IconLabelDescriptionList"/>
    <dgm:cxn modelId="{01404E8D-6C50-47BE-A7AB-F8C7D88C6800}" type="presParOf" srcId="{46A1745A-F15E-4E4A-8C0A-DA4D416F4365}" destId="{37CD831B-E9ED-4065-B41E-9EA4608C3977}" srcOrd="3" destOrd="0" presId="urn:microsoft.com/office/officeart/2018/2/layout/IconLabelDescriptionList"/>
    <dgm:cxn modelId="{E4AF302F-2AA2-4B0F-A8FA-6DE199A91B28}" type="presParOf" srcId="{46A1745A-F15E-4E4A-8C0A-DA4D416F4365}" destId="{498C2536-3C7D-4BE6-A4EC-F12F32745CCD}" srcOrd="4" destOrd="0" presId="urn:microsoft.com/office/officeart/2018/2/layout/IconLabelDescriptionList"/>
    <dgm:cxn modelId="{B78088D2-822D-49AB-A011-9307BCA352FE}" type="presParOf" srcId="{498C2536-3C7D-4BE6-A4EC-F12F32745CCD}" destId="{67B32510-9A11-4FD7-AEBB-6F5F1670C6AC}" srcOrd="0" destOrd="0" presId="urn:microsoft.com/office/officeart/2018/2/layout/IconLabelDescriptionList"/>
    <dgm:cxn modelId="{5416CF39-C1BB-47A7-B4D2-38DE58B60447}" type="presParOf" srcId="{498C2536-3C7D-4BE6-A4EC-F12F32745CCD}" destId="{0DB1E8EB-2584-4359-A6A5-983AF610F19B}" srcOrd="1" destOrd="0" presId="urn:microsoft.com/office/officeart/2018/2/layout/IconLabelDescriptionList"/>
    <dgm:cxn modelId="{FEF3B3AD-6C71-41E3-9E37-412E2C43E744}" type="presParOf" srcId="{498C2536-3C7D-4BE6-A4EC-F12F32745CCD}" destId="{9081E388-A74E-4D07-A34F-103B8096A015}" srcOrd="2" destOrd="0" presId="urn:microsoft.com/office/officeart/2018/2/layout/IconLabelDescriptionList"/>
    <dgm:cxn modelId="{EDE055A9-FF36-4C0A-85E4-878C60786874}" type="presParOf" srcId="{498C2536-3C7D-4BE6-A4EC-F12F32745CCD}" destId="{3EA20A8B-A55E-487E-94B0-892CE496B03C}" srcOrd="3" destOrd="0" presId="urn:microsoft.com/office/officeart/2018/2/layout/IconLabelDescriptionList"/>
    <dgm:cxn modelId="{C15EE710-3C8D-4DBB-8AC5-DEF9405C12B5}" type="presParOf" srcId="{498C2536-3C7D-4BE6-A4EC-F12F32745CCD}" destId="{BF03F562-3820-4D82-91B9-1484F58D55A4}" srcOrd="4" destOrd="0" presId="urn:microsoft.com/office/officeart/2018/2/layout/IconLabelDescriptionList"/>
    <dgm:cxn modelId="{D74BF8A5-5975-48ED-8CE4-D6A9C1F47792}" type="presParOf" srcId="{46A1745A-F15E-4E4A-8C0A-DA4D416F4365}" destId="{54F6FB70-A752-460E-ACAE-2830C9DBA9EA}" srcOrd="5" destOrd="0" presId="urn:microsoft.com/office/officeart/2018/2/layout/IconLabelDescriptionList"/>
    <dgm:cxn modelId="{A974A57C-85EC-4176-BF74-A0EA57377C2E}" type="presParOf" srcId="{46A1745A-F15E-4E4A-8C0A-DA4D416F4365}" destId="{8BA25F68-6A7E-4375-AC71-20AABA1AA5BB}" srcOrd="6" destOrd="0" presId="urn:microsoft.com/office/officeart/2018/2/layout/IconLabelDescriptionList"/>
    <dgm:cxn modelId="{70BEB440-BF7E-40EC-ACFE-DB6FB7F8CD7E}" type="presParOf" srcId="{8BA25F68-6A7E-4375-AC71-20AABA1AA5BB}" destId="{DAC26E87-AD0F-420C-AE04-296470D30DE6}" srcOrd="0" destOrd="0" presId="urn:microsoft.com/office/officeart/2018/2/layout/IconLabelDescriptionList"/>
    <dgm:cxn modelId="{E834E007-0671-4623-97E1-DD83978099E3}" type="presParOf" srcId="{8BA25F68-6A7E-4375-AC71-20AABA1AA5BB}" destId="{48570C87-0DF1-43F1-939D-5292521BC789}" srcOrd="1" destOrd="0" presId="urn:microsoft.com/office/officeart/2018/2/layout/IconLabelDescriptionList"/>
    <dgm:cxn modelId="{0B4CA5A3-C18B-4997-8BCF-28967DEFB6F1}" type="presParOf" srcId="{8BA25F68-6A7E-4375-AC71-20AABA1AA5BB}" destId="{C47E81D3-09A2-400E-8608-7755EA40CD69}" srcOrd="2" destOrd="0" presId="urn:microsoft.com/office/officeart/2018/2/layout/IconLabelDescriptionList"/>
    <dgm:cxn modelId="{644B3708-01A2-4B0E-93A9-089E33DD4B80}" type="presParOf" srcId="{8BA25F68-6A7E-4375-AC71-20AABA1AA5BB}" destId="{EAEC8A83-183F-4291-9BBB-E3DDFD15F47D}" srcOrd="3" destOrd="0" presId="urn:microsoft.com/office/officeart/2018/2/layout/IconLabelDescriptionList"/>
    <dgm:cxn modelId="{A928D173-64F2-4C2D-8FBF-74777311612A}" type="presParOf" srcId="{8BA25F68-6A7E-4375-AC71-20AABA1AA5BB}" destId="{059C573A-9490-48D8-8D1C-11D170FD8B98}" srcOrd="4" destOrd="0" presId="urn:microsoft.com/office/officeart/2018/2/layout/IconLabelDescriptionList"/>
    <dgm:cxn modelId="{14CC42E2-27AF-4E42-82F4-C6B65E5066C4}" type="presParOf" srcId="{46A1745A-F15E-4E4A-8C0A-DA4D416F4365}" destId="{918A79C2-B2F6-4C05-874B-F805EEAF9588}" srcOrd="7" destOrd="0" presId="urn:microsoft.com/office/officeart/2018/2/layout/IconLabelDescriptionList"/>
    <dgm:cxn modelId="{35A11D47-8770-4AA4-A2A7-13F82B0AB685}" type="presParOf" srcId="{46A1745A-F15E-4E4A-8C0A-DA4D416F4365}" destId="{1F738E55-1EDD-4F71-A839-AB7E4BCF648E}" srcOrd="8" destOrd="0" presId="urn:microsoft.com/office/officeart/2018/2/layout/IconLabelDescriptionList"/>
    <dgm:cxn modelId="{5BFBAC7A-2A50-4503-962D-4CF51D24CD6E}" type="presParOf" srcId="{1F738E55-1EDD-4F71-A839-AB7E4BCF648E}" destId="{4FD171E3-A8CE-4E98-8FAA-56E9D4B99527}" srcOrd="0" destOrd="0" presId="urn:microsoft.com/office/officeart/2018/2/layout/IconLabelDescriptionList"/>
    <dgm:cxn modelId="{075F6F78-94DD-44AE-A803-F6058B4C8741}" type="presParOf" srcId="{1F738E55-1EDD-4F71-A839-AB7E4BCF648E}" destId="{D23DF2F5-FCCC-4D55-B242-4FA3831D92D3}" srcOrd="1" destOrd="0" presId="urn:microsoft.com/office/officeart/2018/2/layout/IconLabelDescriptionList"/>
    <dgm:cxn modelId="{48E87F90-7CAA-45DB-B55E-043F0B135A48}" type="presParOf" srcId="{1F738E55-1EDD-4F71-A839-AB7E4BCF648E}" destId="{E100DF94-A9F4-4A73-ACD5-54AFFFB1727B}" srcOrd="2" destOrd="0" presId="urn:microsoft.com/office/officeart/2018/2/layout/IconLabelDescriptionList"/>
    <dgm:cxn modelId="{2434636D-AC8C-40B8-BEC3-B9ECD83D014F}" type="presParOf" srcId="{1F738E55-1EDD-4F71-A839-AB7E4BCF648E}" destId="{7C6D48A0-1D6C-4058-932A-1756B94B779A}" srcOrd="3" destOrd="0" presId="urn:microsoft.com/office/officeart/2018/2/layout/IconLabelDescriptionList"/>
    <dgm:cxn modelId="{93F61152-8EB0-4008-998A-EC6F4C8C9F54}" type="presParOf" srcId="{1F738E55-1EDD-4F71-A839-AB7E4BCF648E}" destId="{F5ED5F24-E848-49C5-A32C-F5B3F81E5A9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C3E35B-55DD-4A65-B780-5574E0DF771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703FB3-E5DF-4ACF-9FE1-016226548634}">
      <dgm:prSet/>
      <dgm:spPr/>
      <dgm:t>
        <a:bodyPr/>
        <a:lstStyle/>
        <a:p>
          <a:r>
            <a:rPr lang="en-US"/>
            <a:t>Use glob</a:t>
          </a:r>
        </a:p>
      </dgm:t>
    </dgm:pt>
    <dgm:pt modelId="{C9882FBA-5700-42A6-8321-1805B96A6067}" type="parTrans" cxnId="{9D74A2A8-C798-407E-ABB5-CA2FB065D221}">
      <dgm:prSet/>
      <dgm:spPr/>
      <dgm:t>
        <a:bodyPr/>
        <a:lstStyle/>
        <a:p>
          <a:endParaRPr lang="en-US"/>
        </a:p>
      </dgm:t>
    </dgm:pt>
    <dgm:pt modelId="{F841F1C6-7C2E-4614-8564-C44646D6D4A0}" type="sibTrans" cxnId="{9D74A2A8-C798-407E-ABB5-CA2FB065D221}">
      <dgm:prSet/>
      <dgm:spPr/>
      <dgm:t>
        <a:bodyPr/>
        <a:lstStyle/>
        <a:p>
          <a:endParaRPr lang="en-US"/>
        </a:p>
      </dgm:t>
    </dgm:pt>
    <dgm:pt modelId="{FCD9FEB1-4453-4143-B8E3-858D6E6AB881}">
      <dgm:prSet/>
      <dgm:spPr/>
      <dgm:t>
        <a:bodyPr/>
        <a:lstStyle/>
        <a:p>
          <a:r>
            <a:rPr lang="en-US"/>
            <a:t>Loop filenames</a:t>
          </a:r>
        </a:p>
      </dgm:t>
    </dgm:pt>
    <dgm:pt modelId="{B05A0693-8F1B-49FD-BD68-059371D74B63}" type="parTrans" cxnId="{8F83BAA0-B8D4-44EF-91C8-D3D36F1114AE}">
      <dgm:prSet/>
      <dgm:spPr/>
      <dgm:t>
        <a:bodyPr/>
        <a:lstStyle/>
        <a:p>
          <a:endParaRPr lang="en-US"/>
        </a:p>
      </dgm:t>
    </dgm:pt>
    <dgm:pt modelId="{AEEC2A02-3D3E-4841-8BF3-6044E36FC715}" type="sibTrans" cxnId="{8F83BAA0-B8D4-44EF-91C8-D3D36F1114AE}">
      <dgm:prSet/>
      <dgm:spPr/>
      <dgm:t>
        <a:bodyPr/>
        <a:lstStyle/>
        <a:p>
          <a:endParaRPr lang="en-US"/>
        </a:p>
      </dgm:t>
    </dgm:pt>
    <dgm:pt modelId="{1AD27011-01BB-48CE-BB1E-7C4586B61384}">
      <dgm:prSet/>
      <dgm:spPr/>
      <dgm:t>
        <a:bodyPr/>
        <a:lstStyle/>
        <a:p>
          <a:r>
            <a:rPr lang="en-US"/>
            <a:t>Read CSVs</a:t>
          </a:r>
        </a:p>
      </dgm:t>
    </dgm:pt>
    <dgm:pt modelId="{34B5D4B9-942D-4C43-A623-14439B54B7E8}" type="parTrans" cxnId="{FF123542-7E8F-4741-9AAF-68211485C5B3}">
      <dgm:prSet/>
      <dgm:spPr/>
      <dgm:t>
        <a:bodyPr/>
        <a:lstStyle/>
        <a:p>
          <a:endParaRPr lang="en-US"/>
        </a:p>
      </dgm:t>
    </dgm:pt>
    <dgm:pt modelId="{728DB4D2-C1C6-4F8B-AFB0-102D4F574C71}" type="sibTrans" cxnId="{FF123542-7E8F-4741-9AAF-68211485C5B3}">
      <dgm:prSet/>
      <dgm:spPr/>
      <dgm:t>
        <a:bodyPr/>
        <a:lstStyle/>
        <a:p>
          <a:endParaRPr lang="en-US"/>
        </a:p>
      </dgm:t>
    </dgm:pt>
    <dgm:pt modelId="{68701B55-7EAB-4B9E-998A-1713C0AFB0C1}">
      <dgm:prSet/>
      <dgm:spPr/>
      <dgm:t>
        <a:bodyPr/>
        <a:lstStyle/>
        <a:p>
          <a:r>
            <a:rPr lang="en-US"/>
            <a:t>Store DataFrames</a:t>
          </a:r>
        </a:p>
      </dgm:t>
    </dgm:pt>
    <dgm:pt modelId="{AC9F7233-002E-4584-A8C4-09E3D1B3A82B}" type="parTrans" cxnId="{B0424CA4-04E5-4393-85E6-68C0BB478881}">
      <dgm:prSet/>
      <dgm:spPr/>
      <dgm:t>
        <a:bodyPr/>
        <a:lstStyle/>
        <a:p>
          <a:endParaRPr lang="en-US"/>
        </a:p>
      </dgm:t>
    </dgm:pt>
    <dgm:pt modelId="{FFBD2124-5E03-440B-BE29-EA88931B9B23}" type="sibTrans" cxnId="{B0424CA4-04E5-4393-85E6-68C0BB478881}">
      <dgm:prSet/>
      <dgm:spPr/>
      <dgm:t>
        <a:bodyPr/>
        <a:lstStyle/>
        <a:p>
          <a:endParaRPr lang="en-US"/>
        </a:p>
      </dgm:t>
    </dgm:pt>
    <dgm:pt modelId="{F5BA7386-1B36-422B-B7F6-525F9AB68C24}">
      <dgm:prSet/>
      <dgm:spPr/>
      <dgm:t>
        <a:bodyPr/>
        <a:lstStyle/>
        <a:p>
          <a:r>
            <a:rPr lang="en-US"/>
            <a:t>References:</a:t>
          </a:r>
        </a:p>
      </dgm:t>
    </dgm:pt>
    <dgm:pt modelId="{410433AE-95B6-48AA-B3FF-248854C2A02C}" type="parTrans" cxnId="{65A1FB61-CDE9-475E-B096-4225228CCBD1}">
      <dgm:prSet/>
      <dgm:spPr/>
      <dgm:t>
        <a:bodyPr/>
        <a:lstStyle/>
        <a:p>
          <a:endParaRPr lang="en-US"/>
        </a:p>
      </dgm:t>
    </dgm:pt>
    <dgm:pt modelId="{682C8CE1-8574-478D-ACC7-30F8068FE78B}" type="sibTrans" cxnId="{65A1FB61-CDE9-475E-B096-4225228CCBD1}">
      <dgm:prSet/>
      <dgm:spPr/>
      <dgm:t>
        <a:bodyPr/>
        <a:lstStyle/>
        <a:p>
          <a:endParaRPr lang="en-US"/>
        </a:p>
      </dgm:t>
    </dgm:pt>
    <dgm:pt modelId="{1682402F-BC4A-43A6-B00A-7449922E1269}">
      <dgm:prSet/>
      <dgm:spPr/>
      <dgm:t>
        <a:bodyPr/>
        <a:lstStyle/>
        <a:p>
          <a:r>
            <a:rPr lang="en-US"/>
            <a:t>https://docs.python.org/3/library/glob.html</a:t>
          </a:r>
        </a:p>
      </dgm:t>
    </dgm:pt>
    <dgm:pt modelId="{9A355100-16D4-4824-AE01-138745FD9831}" type="parTrans" cxnId="{BDB70BB7-2ACF-4415-A75E-9054302E80CF}">
      <dgm:prSet/>
      <dgm:spPr/>
      <dgm:t>
        <a:bodyPr/>
        <a:lstStyle/>
        <a:p>
          <a:endParaRPr lang="en-US"/>
        </a:p>
      </dgm:t>
    </dgm:pt>
    <dgm:pt modelId="{B9B3AB5F-BA96-4AE2-A9C1-E52A79227E02}" type="sibTrans" cxnId="{BDB70BB7-2ACF-4415-A75E-9054302E80CF}">
      <dgm:prSet/>
      <dgm:spPr/>
      <dgm:t>
        <a:bodyPr/>
        <a:lstStyle/>
        <a:p>
          <a:endParaRPr lang="en-US"/>
        </a:p>
      </dgm:t>
    </dgm:pt>
    <dgm:pt modelId="{4A766764-351A-45CC-A009-C756CBD52D37}">
      <dgm:prSet/>
      <dgm:spPr/>
      <dgm:t>
        <a:bodyPr/>
        <a:lstStyle/>
        <a:p>
          <a:r>
            <a:rPr lang="en-US"/>
            <a:t>https://pandas.pydata.org/docs/reference/api/pandas.read_csv.html</a:t>
          </a:r>
        </a:p>
      </dgm:t>
    </dgm:pt>
    <dgm:pt modelId="{897DE557-5FC2-4E6C-A013-EDD4EB56351F}" type="parTrans" cxnId="{3CFEB6DE-923B-41BD-9C2C-444EFC468EC2}">
      <dgm:prSet/>
      <dgm:spPr/>
      <dgm:t>
        <a:bodyPr/>
        <a:lstStyle/>
        <a:p>
          <a:endParaRPr lang="en-US"/>
        </a:p>
      </dgm:t>
    </dgm:pt>
    <dgm:pt modelId="{E07864AB-5169-452B-BC30-F8A8129799CA}" type="sibTrans" cxnId="{3CFEB6DE-923B-41BD-9C2C-444EFC468EC2}">
      <dgm:prSet/>
      <dgm:spPr/>
      <dgm:t>
        <a:bodyPr/>
        <a:lstStyle/>
        <a:p>
          <a:endParaRPr lang="en-US"/>
        </a:p>
      </dgm:t>
    </dgm:pt>
    <dgm:pt modelId="{C662191A-B254-4893-B4C8-9DCF4F3B71A2}">
      <dgm:prSet/>
      <dgm:spPr/>
      <dgm:t>
        <a:bodyPr/>
        <a:lstStyle/>
        <a:p>
          <a:r>
            <a:rPr lang="en-US"/>
            <a:t>https://docs.python.org/3/library/os.html</a:t>
          </a:r>
        </a:p>
      </dgm:t>
    </dgm:pt>
    <dgm:pt modelId="{2DEF8DE2-2314-418D-A07B-DD8CE53DA31D}" type="parTrans" cxnId="{3D2B8FFA-B420-4D1D-9E6A-86110BD467D6}">
      <dgm:prSet/>
      <dgm:spPr/>
      <dgm:t>
        <a:bodyPr/>
        <a:lstStyle/>
        <a:p>
          <a:endParaRPr lang="en-US"/>
        </a:p>
      </dgm:t>
    </dgm:pt>
    <dgm:pt modelId="{4F3BF985-4BAD-4E6C-8567-7286B8CFE5A0}" type="sibTrans" cxnId="{3D2B8FFA-B420-4D1D-9E6A-86110BD467D6}">
      <dgm:prSet/>
      <dgm:spPr/>
      <dgm:t>
        <a:bodyPr/>
        <a:lstStyle/>
        <a:p>
          <a:endParaRPr lang="en-US"/>
        </a:p>
      </dgm:t>
    </dgm:pt>
    <dgm:pt modelId="{45E55796-8E16-45E2-A391-93045AAFA3D9}" type="pres">
      <dgm:prSet presAssocID="{47C3E35B-55DD-4A65-B780-5574E0DF7716}" presName="Name0" presStyleCnt="0">
        <dgm:presLayoutVars>
          <dgm:dir/>
          <dgm:animLvl val="lvl"/>
          <dgm:resizeHandles val="exact"/>
        </dgm:presLayoutVars>
      </dgm:prSet>
      <dgm:spPr/>
    </dgm:pt>
    <dgm:pt modelId="{293A6873-8F12-4301-9704-F79E2C0CC3D4}" type="pres">
      <dgm:prSet presAssocID="{F5BA7386-1B36-422B-B7F6-525F9AB68C24}" presName="boxAndChildren" presStyleCnt="0"/>
      <dgm:spPr/>
    </dgm:pt>
    <dgm:pt modelId="{D79B94F7-4344-4B6D-B612-FCAC8A093FD3}" type="pres">
      <dgm:prSet presAssocID="{F5BA7386-1B36-422B-B7F6-525F9AB68C24}" presName="parentTextBox" presStyleLbl="alignNode1" presStyleIdx="0" presStyleCnt="5"/>
      <dgm:spPr/>
    </dgm:pt>
    <dgm:pt modelId="{04D8ED26-19C9-46D5-B720-9F97857FD54D}" type="pres">
      <dgm:prSet presAssocID="{F5BA7386-1B36-422B-B7F6-525F9AB68C24}" presName="descendantBox" presStyleLbl="bgAccFollowNode1" presStyleIdx="0" presStyleCnt="5"/>
      <dgm:spPr/>
    </dgm:pt>
    <dgm:pt modelId="{9F6D15B5-DB3F-4D41-B419-7275580EA10E}" type="pres">
      <dgm:prSet presAssocID="{FFBD2124-5E03-440B-BE29-EA88931B9B23}" presName="sp" presStyleCnt="0"/>
      <dgm:spPr/>
    </dgm:pt>
    <dgm:pt modelId="{A76BA30A-930E-4950-B4D1-253BE600A17B}" type="pres">
      <dgm:prSet presAssocID="{68701B55-7EAB-4B9E-998A-1713C0AFB0C1}" presName="arrowAndChildren" presStyleCnt="0"/>
      <dgm:spPr/>
    </dgm:pt>
    <dgm:pt modelId="{E0AA9E9D-B984-42B8-907D-48504FB284F1}" type="pres">
      <dgm:prSet presAssocID="{68701B55-7EAB-4B9E-998A-1713C0AFB0C1}" presName="parentTextArrow" presStyleLbl="node1" presStyleIdx="0" presStyleCnt="4"/>
      <dgm:spPr/>
    </dgm:pt>
    <dgm:pt modelId="{79D5B083-37F9-46E3-A127-E3831846087C}" type="pres">
      <dgm:prSet presAssocID="{68701B55-7EAB-4B9E-998A-1713C0AFB0C1}" presName="arrow" presStyleLbl="alignNode1" presStyleIdx="1" presStyleCnt="5"/>
      <dgm:spPr/>
    </dgm:pt>
    <dgm:pt modelId="{22616608-93DB-473C-8225-F542B57C65AF}" type="pres">
      <dgm:prSet presAssocID="{68701B55-7EAB-4B9E-998A-1713C0AFB0C1}" presName="descendantArrow" presStyleLbl="bgAccFollowNode1" presStyleIdx="1" presStyleCnt="5"/>
      <dgm:spPr/>
    </dgm:pt>
    <dgm:pt modelId="{E3B7D96C-6BD1-4FF8-A5BD-3F96617E8610}" type="pres">
      <dgm:prSet presAssocID="{728DB4D2-C1C6-4F8B-AFB0-102D4F574C71}" presName="sp" presStyleCnt="0"/>
      <dgm:spPr/>
    </dgm:pt>
    <dgm:pt modelId="{25F691B6-7520-4D4B-AAED-947D7D676F5F}" type="pres">
      <dgm:prSet presAssocID="{1AD27011-01BB-48CE-BB1E-7C4586B61384}" presName="arrowAndChildren" presStyleCnt="0"/>
      <dgm:spPr/>
    </dgm:pt>
    <dgm:pt modelId="{DFF54CBF-F23E-47CE-9862-A5DA4D15E804}" type="pres">
      <dgm:prSet presAssocID="{1AD27011-01BB-48CE-BB1E-7C4586B61384}" presName="parentTextArrow" presStyleLbl="node1" presStyleIdx="1" presStyleCnt="4"/>
      <dgm:spPr/>
    </dgm:pt>
    <dgm:pt modelId="{0218F2C7-D7E8-41CB-9072-87CCBFD33A9F}" type="pres">
      <dgm:prSet presAssocID="{1AD27011-01BB-48CE-BB1E-7C4586B61384}" presName="arrow" presStyleLbl="alignNode1" presStyleIdx="2" presStyleCnt="5"/>
      <dgm:spPr/>
    </dgm:pt>
    <dgm:pt modelId="{8B726340-EC02-4C2A-AD79-B156923B75D5}" type="pres">
      <dgm:prSet presAssocID="{1AD27011-01BB-48CE-BB1E-7C4586B61384}" presName="descendantArrow" presStyleLbl="bgAccFollowNode1" presStyleIdx="2" presStyleCnt="5"/>
      <dgm:spPr/>
    </dgm:pt>
    <dgm:pt modelId="{1FB5082A-746C-4A7C-AC00-F6338430E2E1}" type="pres">
      <dgm:prSet presAssocID="{AEEC2A02-3D3E-4841-8BF3-6044E36FC715}" presName="sp" presStyleCnt="0"/>
      <dgm:spPr/>
    </dgm:pt>
    <dgm:pt modelId="{D4B74826-D8EC-4922-98D0-1BBE3CDAA894}" type="pres">
      <dgm:prSet presAssocID="{FCD9FEB1-4453-4143-B8E3-858D6E6AB881}" presName="arrowAndChildren" presStyleCnt="0"/>
      <dgm:spPr/>
    </dgm:pt>
    <dgm:pt modelId="{00FA8FA0-E7E1-4956-B805-C1FCFD289C0E}" type="pres">
      <dgm:prSet presAssocID="{FCD9FEB1-4453-4143-B8E3-858D6E6AB881}" presName="parentTextArrow" presStyleLbl="node1" presStyleIdx="2" presStyleCnt="4"/>
      <dgm:spPr/>
    </dgm:pt>
    <dgm:pt modelId="{42FE11BF-317D-4590-BBCB-8B07CCF310B7}" type="pres">
      <dgm:prSet presAssocID="{FCD9FEB1-4453-4143-B8E3-858D6E6AB881}" presName="arrow" presStyleLbl="alignNode1" presStyleIdx="3" presStyleCnt="5"/>
      <dgm:spPr/>
    </dgm:pt>
    <dgm:pt modelId="{4CC567C5-79B0-4A7B-8513-1155C942C63D}" type="pres">
      <dgm:prSet presAssocID="{FCD9FEB1-4453-4143-B8E3-858D6E6AB881}" presName="descendantArrow" presStyleLbl="bgAccFollowNode1" presStyleIdx="3" presStyleCnt="5"/>
      <dgm:spPr/>
    </dgm:pt>
    <dgm:pt modelId="{BE35CD73-FF3F-4C38-AF82-81294AA4C8AF}" type="pres">
      <dgm:prSet presAssocID="{F841F1C6-7C2E-4614-8564-C44646D6D4A0}" presName="sp" presStyleCnt="0"/>
      <dgm:spPr/>
    </dgm:pt>
    <dgm:pt modelId="{7B936703-460A-4440-BFF1-475AF534728F}" type="pres">
      <dgm:prSet presAssocID="{6E703FB3-E5DF-4ACF-9FE1-016226548634}" presName="arrowAndChildren" presStyleCnt="0"/>
      <dgm:spPr/>
    </dgm:pt>
    <dgm:pt modelId="{0B8E99DC-9B93-43A5-A410-454B4B6A90AC}" type="pres">
      <dgm:prSet presAssocID="{6E703FB3-E5DF-4ACF-9FE1-016226548634}" presName="parentTextArrow" presStyleLbl="node1" presStyleIdx="3" presStyleCnt="4"/>
      <dgm:spPr/>
    </dgm:pt>
    <dgm:pt modelId="{A51C5B6A-54F6-4757-92D5-F03EDBDC753C}" type="pres">
      <dgm:prSet presAssocID="{6E703FB3-E5DF-4ACF-9FE1-016226548634}" presName="arrow" presStyleLbl="alignNode1" presStyleIdx="4" presStyleCnt="5"/>
      <dgm:spPr/>
    </dgm:pt>
    <dgm:pt modelId="{FAFC9BE4-56BD-4492-9463-F04F85D9B241}" type="pres">
      <dgm:prSet presAssocID="{6E703FB3-E5DF-4ACF-9FE1-016226548634}" presName="descendantArrow" presStyleLbl="bgAccFollowNode1" presStyleIdx="4" presStyleCnt="5"/>
      <dgm:spPr/>
    </dgm:pt>
  </dgm:ptLst>
  <dgm:cxnLst>
    <dgm:cxn modelId="{91B70102-B008-4FA8-9313-D45C2E826B89}" type="presOf" srcId="{47C3E35B-55DD-4A65-B780-5574E0DF7716}" destId="{45E55796-8E16-45E2-A391-93045AAFA3D9}" srcOrd="0" destOrd="0" presId="urn:microsoft.com/office/officeart/2016/7/layout/VerticalDownArrowProcess"/>
    <dgm:cxn modelId="{65A1FB61-CDE9-475E-B096-4225228CCBD1}" srcId="{47C3E35B-55DD-4A65-B780-5574E0DF7716}" destId="{F5BA7386-1B36-422B-B7F6-525F9AB68C24}" srcOrd="4" destOrd="0" parTransId="{410433AE-95B6-48AA-B3FF-248854C2A02C}" sibTransId="{682C8CE1-8574-478D-ACC7-30F8068FE78B}"/>
    <dgm:cxn modelId="{FF123542-7E8F-4741-9AAF-68211485C5B3}" srcId="{47C3E35B-55DD-4A65-B780-5574E0DF7716}" destId="{1AD27011-01BB-48CE-BB1E-7C4586B61384}" srcOrd="2" destOrd="0" parTransId="{34B5D4B9-942D-4C43-A623-14439B54B7E8}" sibTransId="{728DB4D2-C1C6-4F8B-AFB0-102D4F574C71}"/>
    <dgm:cxn modelId="{2CBDA76A-B2C3-4360-B40B-4E39FA8464D8}" type="presOf" srcId="{68701B55-7EAB-4B9E-998A-1713C0AFB0C1}" destId="{79D5B083-37F9-46E3-A127-E3831846087C}" srcOrd="1" destOrd="0" presId="urn:microsoft.com/office/officeart/2016/7/layout/VerticalDownArrowProcess"/>
    <dgm:cxn modelId="{FA4BC26C-6905-4371-8B81-50FA54C5E07F}" type="presOf" srcId="{1AD27011-01BB-48CE-BB1E-7C4586B61384}" destId="{0218F2C7-D7E8-41CB-9072-87CCBFD33A9F}" srcOrd="1" destOrd="0" presId="urn:microsoft.com/office/officeart/2016/7/layout/VerticalDownArrowProcess"/>
    <dgm:cxn modelId="{E2045259-2DD9-468A-9571-C10EEBF60EBF}" type="presOf" srcId="{68701B55-7EAB-4B9E-998A-1713C0AFB0C1}" destId="{E0AA9E9D-B984-42B8-907D-48504FB284F1}" srcOrd="0" destOrd="0" presId="urn:microsoft.com/office/officeart/2016/7/layout/VerticalDownArrowProcess"/>
    <dgm:cxn modelId="{9634DB59-2E57-42D3-B611-65E8B066A2DF}" type="presOf" srcId="{FCD9FEB1-4453-4143-B8E3-858D6E6AB881}" destId="{42FE11BF-317D-4590-BBCB-8B07CCF310B7}" srcOrd="1" destOrd="0" presId="urn:microsoft.com/office/officeart/2016/7/layout/VerticalDownArrowProcess"/>
    <dgm:cxn modelId="{5C217290-1ACF-4B72-9AF9-734D3F30DF85}" type="presOf" srcId="{1AD27011-01BB-48CE-BB1E-7C4586B61384}" destId="{DFF54CBF-F23E-47CE-9862-A5DA4D15E804}" srcOrd="0" destOrd="0" presId="urn:microsoft.com/office/officeart/2016/7/layout/VerticalDownArrowProcess"/>
    <dgm:cxn modelId="{5BA7D098-4301-41C4-8093-2AC3EF4321CC}" type="presOf" srcId="{6E703FB3-E5DF-4ACF-9FE1-016226548634}" destId="{0B8E99DC-9B93-43A5-A410-454B4B6A90AC}" srcOrd="0" destOrd="0" presId="urn:microsoft.com/office/officeart/2016/7/layout/VerticalDownArrowProcess"/>
    <dgm:cxn modelId="{047B0699-B690-4493-8DC8-00F23CD0ED94}" type="presOf" srcId="{F5BA7386-1B36-422B-B7F6-525F9AB68C24}" destId="{D79B94F7-4344-4B6D-B612-FCAC8A093FD3}" srcOrd="0" destOrd="0" presId="urn:microsoft.com/office/officeart/2016/7/layout/VerticalDownArrowProcess"/>
    <dgm:cxn modelId="{8F83BAA0-B8D4-44EF-91C8-D3D36F1114AE}" srcId="{47C3E35B-55DD-4A65-B780-5574E0DF7716}" destId="{FCD9FEB1-4453-4143-B8E3-858D6E6AB881}" srcOrd="1" destOrd="0" parTransId="{B05A0693-8F1B-49FD-BD68-059371D74B63}" sibTransId="{AEEC2A02-3D3E-4841-8BF3-6044E36FC715}"/>
    <dgm:cxn modelId="{B0424CA4-04E5-4393-85E6-68C0BB478881}" srcId="{47C3E35B-55DD-4A65-B780-5574E0DF7716}" destId="{68701B55-7EAB-4B9E-998A-1713C0AFB0C1}" srcOrd="3" destOrd="0" parTransId="{AC9F7233-002E-4584-A8C4-09E3D1B3A82B}" sibTransId="{FFBD2124-5E03-440B-BE29-EA88931B9B23}"/>
    <dgm:cxn modelId="{9D74A2A8-C798-407E-ABB5-CA2FB065D221}" srcId="{47C3E35B-55DD-4A65-B780-5574E0DF7716}" destId="{6E703FB3-E5DF-4ACF-9FE1-016226548634}" srcOrd="0" destOrd="0" parTransId="{C9882FBA-5700-42A6-8321-1805B96A6067}" sibTransId="{F841F1C6-7C2E-4614-8564-C44646D6D4A0}"/>
    <dgm:cxn modelId="{62C023AB-C981-4B12-AEE2-7791622A9545}" type="presOf" srcId="{6E703FB3-E5DF-4ACF-9FE1-016226548634}" destId="{A51C5B6A-54F6-4757-92D5-F03EDBDC753C}" srcOrd="1" destOrd="0" presId="urn:microsoft.com/office/officeart/2016/7/layout/VerticalDownArrowProcess"/>
    <dgm:cxn modelId="{BDB70BB7-2ACF-4415-A75E-9054302E80CF}" srcId="{F5BA7386-1B36-422B-B7F6-525F9AB68C24}" destId="{1682402F-BC4A-43A6-B00A-7449922E1269}" srcOrd="0" destOrd="0" parTransId="{9A355100-16D4-4824-AE01-138745FD9831}" sibTransId="{B9B3AB5F-BA96-4AE2-A9C1-E52A79227E02}"/>
    <dgm:cxn modelId="{FDC526C5-5405-42FA-8C8F-3BD822804F2D}" type="presOf" srcId="{FCD9FEB1-4453-4143-B8E3-858D6E6AB881}" destId="{00FA8FA0-E7E1-4956-B805-C1FCFD289C0E}" srcOrd="0" destOrd="0" presId="urn:microsoft.com/office/officeart/2016/7/layout/VerticalDownArrowProcess"/>
    <dgm:cxn modelId="{A7A770D4-D42D-4AED-95F6-F6ED537BF6F3}" type="presOf" srcId="{C662191A-B254-4893-B4C8-9DCF4F3B71A2}" destId="{04D8ED26-19C9-46D5-B720-9F97857FD54D}" srcOrd="0" destOrd="2" presId="urn:microsoft.com/office/officeart/2016/7/layout/VerticalDownArrowProcess"/>
    <dgm:cxn modelId="{3CFEB6DE-923B-41BD-9C2C-444EFC468EC2}" srcId="{F5BA7386-1B36-422B-B7F6-525F9AB68C24}" destId="{4A766764-351A-45CC-A009-C756CBD52D37}" srcOrd="1" destOrd="0" parTransId="{897DE557-5FC2-4E6C-A013-EDD4EB56351F}" sibTransId="{E07864AB-5169-452B-BC30-F8A8129799CA}"/>
    <dgm:cxn modelId="{40532EE3-CBA4-45F2-8D44-3737665CD351}" type="presOf" srcId="{1682402F-BC4A-43A6-B00A-7449922E1269}" destId="{04D8ED26-19C9-46D5-B720-9F97857FD54D}" srcOrd="0" destOrd="0" presId="urn:microsoft.com/office/officeart/2016/7/layout/VerticalDownArrowProcess"/>
    <dgm:cxn modelId="{25581FEC-D7C5-4908-BDCB-BEA03B93E991}" type="presOf" srcId="{4A766764-351A-45CC-A009-C756CBD52D37}" destId="{04D8ED26-19C9-46D5-B720-9F97857FD54D}" srcOrd="0" destOrd="1" presId="urn:microsoft.com/office/officeart/2016/7/layout/VerticalDownArrowProcess"/>
    <dgm:cxn modelId="{3D2B8FFA-B420-4D1D-9E6A-86110BD467D6}" srcId="{F5BA7386-1B36-422B-B7F6-525F9AB68C24}" destId="{C662191A-B254-4893-B4C8-9DCF4F3B71A2}" srcOrd="2" destOrd="0" parTransId="{2DEF8DE2-2314-418D-A07B-DD8CE53DA31D}" sibTransId="{4F3BF985-4BAD-4E6C-8567-7286B8CFE5A0}"/>
    <dgm:cxn modelId="{6269A68C-00A3-4C5E-A227-ED7172CD0A87}" type="presParOf" srcId="{45E55796-8E16-45E2-A391-93045AAFA3D9}" destId="{293A6873-8F12-4301-9704-F79E2C0CC3D4}" srcOrd="0" destOrd="0" presId="urn:microsoft.com/office/officeart/2016/7/layout/VerticalDownArrowProcess"/>
    <dgm:cxn modelId="{EDF7A9CA-79DF-4819-AD95-641160BDCC4E}" type="presParOf" srcId="{293A6873-8F12-4301-9704-F79E2C0CC3D4}" destId="{D79B94F7-4344-4B6D-B612-FCAC8A093FD3}" srcOrd="0" destOrd="0" presId="urn:microsoft.com/office/officeart/2016/7/layout/VerticalDownArrowProcess"/>
    <dgm:cxn modelId="{1DABBCBB-7F88-4DE4-B598-B1AE3AB1DA9F}" type="presParOf" srcId="{293A6873-8F12-4301-9704-F79E2C0CC3D4}" destId="{04D8ED26-19C9-46D5-B720-9F97857FD54D}" srcOrd="1" destOrd="0" presId="urn:microsoft.com/office/officeart/2016/7/layout/VerticalDownArrowProcess"/>
    <dgm:cxn modelId="{90AC22D0-F80E-4C80-86C1-45819F2A98DE}" type="presParOf" srcId="{45E55796-8E16-45E2-A391-93045AAFA3D9}" destId="{9F6D15B5-DB3F-4D41-B419-7275580EA10E}" srcOrd="1" destOrd="0" presId="urn:microsoft.com/office/officeart/2016/7/layout/VerticalDownArrowProcess"/>
    <dgm:cxn modelId="{9326EF1E-BCC7-4355-9BB9-D46A8F87B201}" type="presParOf" srcId="{45E55796-8E16-45E2-A391-93045AAFA3D9}" destId="{A76BA30A-930E-4950-B4D1-253BE600A17B}" srcOrd="2" destOrd="0" presId="urn:microsoft.com/office/officeart/2016/7/layout/VerticalDownArrowProcess"/>
    <dgm:cxn modelId="{B587FC30-DF2C-409D-AF7C-62F8F4C317F7}" type="presParOf" srcId="{A76BA30A-930E-4950-B4D1-253BE600A17B}" destId="{E0AA9E9D-B984-42B8-907D-48504FB284F1}" srcOrd="0" destOrd="0" presId="urn:microsoft.com/office/officeart/2016/7/layout/VerticalDownArrowProcess"/>
    <dgm:cxn modelId="{654FC344-D766-4291-957C-394185922E0E}" type="presParOf" srcId="{A76BA30A-930E-4950-B4D1-253BE600A17B}" destId="{79D5B083-37F9-46E3-A127-E3831846087C}" srcOrd="1" destOrd="0" presId="urn:microsoft.com/office/officeart/2016/7/layout/VerticalDownArrowProcess"/>
    <dgm:cxn modelId="{11B57DAC-E140-4228-9A14-ECD38CE19130}" type="presParOf" srcId="{A76BA30A-930E-4950-B4D1-253BE600A17B}" destId="{22616608-93DB-473C-8225-F542B57C65AF}" srcOrd="2" destOrd="0" presId="urn:microsoft.com/office/officeart/2016/7/layout/VerticalDownArrowProcess"/>
    <dgm:cxn modelId="{90F352B5-20AB-4647-BEFF-CF21F40CD5E4}" type="presParOf" srcId="{45E55796-8E16-45E2-A391-93045AAFA3D9}" destId="{E3B7D96C-6BD1-4FF8-A5BD-3F96617E8610}" srcOrd="3" destOrd="0" presId="urn:microsoft.com/office/officeart/2016/7/layout/VerticalDownArrowProcess"/>
    <dgm:cxn modelId="{F8FE82B3-4C89-4B80-A92D-2534B83CCC5C}" type="presParOf" srcId="{45E55796-8E16-45E2-A391-93045AAFA3D9}" destId="{25F691B6-7520-4D4B-AAED-947D7D676F5F}" srcOrd="4" destOrd="0" presId="urn:microsoft.com/office/officeart/2016/7/layout/VerticalDownArrowProcess"/>
    <dgm:cxn modelId="{465278D3-0153-440D-B149-E97FDCA342E2}" type="presParOf" srcId="{25F691B6-7520-4D4B-AAED-947D7D676F5F}" destId="{DFF54CBF-F23E-47CE-9862-A5DA4D15E804}" srcOrd="0" destOrd="0" presId="urn:microsoft.com/office/officeart/2016/7/layout/VerticalDownArrowProcess"/>
    <dgm:cxn modelId="{DED40910-998A-470D-9415-E14A7223FF0F}" type="presParOf" srcId="{25F691B6-7520-4D4B-AAED-947D7D676F5F}" destId="{0218F2C7-D7E8-41CB-9072-87CCBFD33A9F}" srcOrd="1" destOrd="0" presId="urn:microsoft.com/office/officeart/2016/7/layout/VerticalDownArrowProcess"/>
    <dgm:cxn modelId="{A451C19D-50DD-45D0-A331-DB30438D0CC4}" type="presParOf" srcId="{25F691B6-7520-4D4B-AAED-947D7D676F5F}" destId="{8B726340-EC02-4C2A-AD79-B156923B75D5}" srcOrd="2" destOrd="0" presId="urn:microsoft.com/office/officeart/2016/7/layout/VerticalDownArrowProcess"/>
    <dgm:cxn modelId="{CC46BA8E-E6DF-4B90-B940-A4374B5AF356}" type="presParOf" srcId="{45E55796-8E16-45E2-A391-93045AAFA3D9}" destId="{1FB5082A-746C-4A7C-AC00-F6338430E2E1}" srcOrd="5" destOrd="0" presId="urn:microsoft.com/office/officeart/2016/7/layout/VerticalDownArrowProcess"/>
    <dgm:cxn modelId="{8E2CD402-F962-403F-A8A5-F1CD82F63D08}" type="presParOf" srcId="{45E55796-8E16-45E2-A391-93045AAFA3D9}" destId="{D4B74826-D8EC-4922-98D0-1BBE3CDAA894}" srcOrd="6" destOrd="0" presId="urn:microsoft.com/office/officeart/2016/7/layout/VerticalDownArrowProcess"/>
    <dgm:cxn modelId="{056E5F56-9807-4CB7-97CD-01787EE99846}" type="presParOf" srcId="{D4B74826-D8EC-4922-98D0-1BBE3CDAA894}" destId="{00FA8FA0-E7E1-4956-B805-C1FCFD289C0E}" srcOrd="0" destOrd="0" presId="urn:microsoft.com/office/officeart/2016/7/layout/VerticalDownArrowProcess"/>
    <dgm:cxn modelId="{ACBF62BE-AE78-4E93-B299-C7F7C010EAA3}" type="presParOf" srcId="{D4B74826-D8EC-4922-98D0-1BBE3CDAA894}" destId="{42FE11BF-317D-4590-BBCB-8B07CCF310B7}" srcOrd="1" destOrd="0" presId="urn:microsoft.com/office/officeart/2016/7/layout/VerticalDownArrowProcess"/>
    <dgm:cxn modelId="{BB49EC32-6A8D-4951-B35F-08EEA90FC9A1}" type="presParOf" srcId="{D4B74826-D8EC-4922-98D0-1BBE3CDAA894}" destId="{4CC567C5-79B0-4A7B-8513-1155C942C63D}" srcOrd="2" destOrd="0" presId="urn:microsoft.com/office/officeart/2016/7/layout/VerticalDownArrowProcess"/>
    <dgm:cxn modelId="{580CE6BF-E9E2-45A0-8E88-FB324330553E}" type="presParOf" srcId="{45E55796-8E16-45E2-A391-93045AAFA3D9}" destId="{BE35CD73-FF3F-4C38-AF82-81294AA4C8AF}" srcOrd="7" destOrd="0" presId="urn:microsoft.com/office/officeart/2016/7/layout/VerticalDownArrowProcess"/>
    <dgm:cxn modelId="{5DC0172E-6B5D-4579-8AF6-D3F3783C64BB}" type="presParOf" srcId="{45E55796-8E16-45E2-A391-93045AAFA3D9}" destId="{7B936703-460A-4440-BFF1-475AF534728F}" srcOrd="8" destOrd="0" presId="urn:microsoft.com/office/officeart/2016/7/layout/VerticalDownArrowProcess"/>
    <dgm:cxn modelId="{BC964CF4-E59E-4BC4-BC36-56CAE0334FB4}" type="presParOf" srcId="{7B936703-460A-4440-BFF1-475AF534728F}" destId="{0B8E99DC-9B93-43A5-A410-454B4B6A90AC}" srcOrd="0" destOrd="0" presId="urn:microsoft.com/office/officeart/2016/7/layout/VerticalDownArrowProcess"/>
    <dgm:cxn modelId="{6E919C5F-A149-4F6E-A56F-CDC6C94A0A4C}" type="presParOf" srcId="{7B936703-460A-4440-BFF1-475AF534728F}" destId="{A51C5B6A-54F6-4757-92D5-F03EDBDC753C}" srcOrd="1" destOrd="0" presId="urn:microsoft.com/office/officeart/2016/7/layout/VerticalDownArrowProcess"/>
    <dgm:cxn modelId="{C28377CB-41A0-4CC7-8DA7-A8EA67B9B761}" type="presParOf" srcId="{7B936703-460A-4440-BFF1-475AF534728F}" destId="{FAFC9BE4-56BD-4492-9463-F04F85D9B24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A0FA3-631F-43C0-AF47-2A8CCB716D1A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1F88E-D3D5-4D71-8F4C-1DA4CD5524E8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05088-A224-4504-B4A4-14E432762AEE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Jupyter</a:t>
          </a:r>
          <a:r>
            <a:rPr lang="en-US" sz="2400" kern="1200" dirty="0"/>
            <a:t> Notebooks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for Interactive Python</a:t>
          </a:r>
        </a:p>
      </dsp:txBody>
      <dsp:txXfrm>
        <a:off x="1844034" y="682"/>
        <a:ext cx="2839914" cy="1596566"/>
      </dsp:txXfrm>
    </dsp:sp>
    <dsp:sp modelId="{373347EF-1F32-487B-84BE-290001DA6D7D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9313D-8A2A-4763-ACFD-A324DE9A4C18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AE556-2A79-4BD7-BFA8-2C849C671546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Pandas Data Analysis Library</a:t>
          </a:r>
        </a:p>
      </dsp:txBody>
      <dsp:txXfrm>
        <a:off x="1844034" y="1996390"/>
        <a:ext cx="2839914" cy="1596566"/>
      </dsp:txXfrm>
    </dsp:sp>
    <dsp:sp modelId="{60C6F0B9-ED61-47D7-A043-3D6D9864128C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A10BA-6242-49E9-9BCE-8E843A9A618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C0959-5554-4C6F-979F-A16D3D99B35A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Sets Data Structure in Python</a:t>
          </a:r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D26792-E81C-4345-8CC5-1050F31E69EF}">
      <dsp:nvSpPr>
        <dsp:cNvPr id="0" name=""/>
        <dsp:cNvSpPr/>
      </dsp:nvSpPr>
      <dsp:spPr>
        <a:xfrm>
          <a:off x="0" y="293705"/>
          <a:ext cx="7042416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pip install pandas</a:t>
          </a:r>
        </a:p>
      </dsp:txBody>
      <dsp:txXfrm>
        <a:off x="30442" y="324147"/>
        <a:ext cx="6981532" cy="562726"/>
      </dsp:txXfrm>
    </dsp:sp>
    <dsp:sp modelId="{ACB4B886-909E-4275-9CA9-1110C1C53782}">
      <dsp:nvSpPr>
        <dsp:cNvPr id="0" name=""/>
        <dsp:cNvSpPr/>
      </dsp:nvSpPr>
      <dsp:spPr>
        <a:xfrm>
          <a:off x="0" y="992195"/>
          <a:ext cx="7042416" cy="62361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pip install jupyter</a:t>
          </a:r>
        </a:p>
      </dsp:txBody>
      <dsp:txXfrm>
        <a:off x="30442" y="1022637"/>
        <a:ext cx="6981532" cy="562726"/>
      </dsp:txXfrm>
    </dsp:sp>
    <dsp:sp modelId="{04FCDAD1-3A0F-4A22-B69B-3C4B02903591}">
      <dsp:nvSpPr>
        <dsp:cNvPr id="0" name=""/>
        <dsp:cNvSpPr/>
      </dsp:nvSpPr>
      <dsp:spPr>
        <a:xfrm>
          <a:off x="0" y="1690685"/>
          <a:ext cx="7042416" cy="62361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Confirm installation in venv</a:t>
          </a:r>
        </a:p>
      </dsp:txBody>
      <dsp:txXfrm>
        <a:off x="30442" y="1721127"/>
        <a:ext cx="6981532" cy="562726"/>
      </dsp:txXfrm>
    </dsp:sp>
    <dsp:sp modelId="{630963D1-2968-4013-AD33-F33382009C8F}">
      <dsp:nvSpPr>
        <dsp:cNvPr id="0" name=""/>
        <dsp:cNvSpPr/>
      </dsp:nvSpPr>
      <dsp:spPr>
        <a:xfrm>
          <a:off x="0" y="2389175"/>
          <a:ext cx="7042416" cy="623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References:</a:t>
          </a:r>
        </a:p>
      </dsp:txBody>
      <dsp:txXfrm>
        <a:off x="30442" y="2419617"/>
        <a:ext cx="6981532" cy="562726"/>
      </dsp:txXfrm>
    </dsp:sp>
    <dsp:sp modelId="{9CA12F7A-17EC-4C5F-95F6-F442695911B3}">
      <dsp:nvSpPr>
        <dsp:cNvPr id="0" name=""/>
        <dsp:cNvSpPr/>
      </dsp:nvSpPr>
      <dsp:spPr>
        <a:xfrm>
          <a:off x="0" y="3012785"/>
          <a:ext cx="7042416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59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https://pandas.pydata.org/docs/getting_started/install.html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https://jupyter.org/install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https://pip.pypa.io/en/stable/user_guide/</a:t>
          </a:r>
        </a:p>
      </dsp:txBody>
      <dsp:txXfrm>
        <a:off x="0" y="3012785"/>
        <a:ext cx="7042416" cy="1049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C2448-80F4-478C-ADE5-DF7A31D38481}">
      <dsp:nvSpPr>
        <dsp:cNvPr id="0" name=""/>
        <dsp:cNvSpPr/>
      </dsp:nvSpPr>
      <dsp:spPr>
        <a:xfrm>
          <a:off x="6800" y="872706"/>
          <a:ext cx="504491" cy="5044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3B4F5-7501-4B9E-8FCD-E9C2929D951D}">
      <dsp:nvSpPr>
        <dsp:cNvPr id="0" name=""/>
        <dsp:cNvSpPr/>
      </dsp:nvSpPr>
      <dsp:spPr>
        <a:xfrm>
          <a:off x="6800" y="1496761"/>
          <a:ext cx="1441403" cy="445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Combine many CSVs</a:t>
          </a:r>
        </a:p>
      </dsp:txBody>
      <dsp:txXfrm>
        <a:off x="6800" y="1496761"/>
        <a:ext cx="1441403" cy="445934"/>
      </dsp:txXfrm>
    </dsp:sp>
    <dsp:sp modelId="{02F1249E-B192-406B-A8CD-3B4ACA6D776B}">
      <dsp:nvSpPr>
        <dsp:cNvPr id="0" name=""/>
        <dsp:cNvSpPr/>
      </dsp:nvSpPr>
      <dsp:spPr>
        <a:xfrm>
          <a:off x="6800" y="1998306"/>
          <a:ext cx="1441403" cy="1654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8C775F-B202-4057-A20B-559E7E08B3D5}">
      <dsp:nvSpPr>
        <dsp:cNvPr id="0" name=""/>
        <dsp:cNvSpPr/>
      </dsp:nvSpPr>
      <dsp:spPr>
        <a:xfrm>
          <a:off x="1700449" y="872706"/>
          <a:ext cx="504491" cy="5044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58AF1-19D6-40AA-AAC8-B7AB39EA4E5D}">
      <dsp:nvSpPr>
        <dsp:cNvPr id="0" name=""/>
        <dsp:cNvSpPr/>
      </dsp:nvSpPr>
      <dsp:spPr>
        <a:xfrm>
          <a:off x="1700449" y="1496761"/>
          <a:ext cx="1441403" cy="445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Clean structure</a:t>
          </a:r>
        </a:p>
      </dsp:txBody>
      <dsp:txXfrm>
        <a:off x="1700449" y="1496761"/>
        <a:ext cx="1441403" cy="445934"/>
      </dsp:txXfrm>
    </dsp:sp>
    <dsp:sp modelId="{0F5435F4-5969-4527-9F53-AFFEB1D958C6}">
      <dsp:nvSpPr>
        <dsp:cNvPr id="0" name=""/>
        <dsp:cNvSpPr/>
      </dsp:nvSpPr>
      <dsp:spPr>
        <a:xfrm>
          <a:off x="1700449" y="1998306"/>
          <a:ext cx="1441403" cy="1654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32510-9A11-4FD7-AEBB-6F5F1670C6AC}">
      <dsp:nvSpPr>
        <dsp:cNvPr id="0" name=""/>
        <dsp:cNvSpPr/>
      </dsp:nvSpPr>
      <dsp:spPr>
        <a:xfrm>
          <a:off x="3394098" y="872706"/>
          <a:ext cx="504491" cy="5044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1E388-A74E-4D07-A34F-103B8096A015}">
      <dsp:nvSpPr>
        <dsp:cNvPr id="0" name=""/>
        <dsp:cNvSpPr/>
      </dsp:nvSpPr>
      <dsp:spPr>
        <a:xfrm>
          <a:off x="3394098" y="1496761"/>
          <a:ext cx="1441403" cy="445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Summaries &amp; aggregates</a:t>
          </a:r>
        </a:p>
      </dsp:txBody>
      <dsp:txXfrm>
        <a:off x="3394098" y="1496761"/>
        <a:ext cx="1441403" cy="445934"/>
      </dsp:txXfrm>
    </dsp:sp>
    <dsp:sp modelId="{BF03F562-3820-4D82-91B9-1484F58D55A4}">
      <dsp:nvSpPr>
        <dsp:cNvPr id="0" name=""/>
        <dsp:cNvSpPr/>
      </dsp:nvSpPr>
      <dsp:spPr>
        <a:xfrm>
          <a:off x="3394098" y="1998306"/>
          <a:ext cx="1441403" cy="1654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C26E87-AD0F-420C-AE04-296470D30DE6}">
      <dsp:nvSpPr>
        <dsp:cNvPr id="0" name=""/>
        <dsp:cNvSpPr/>
      </dsp:nvSpPr>
      <dsp:spPr>
        <a:xfrm>
          <a:off x="5087747" y="872706"/>
          <a:ext cx="504491" cy="5044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E81D3-09A2-400E-8608-7755EA40CD69}">
      <dsp:nvSpPr>
        <dsp:cNvPr id="0" name=""/>
        <dsp:cNvSpPr/>
      </dsp:nvSpPr>
      <dsp:spPr>
        <a:xfrm>
          <a:off x="5087747" y="1496761"/>
          <a:ext cx="1441403" cy="445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Save outputs</a:t>
          </a:r>
        </a:p>
      </dsp:txBody>
      <dsp:txXfrm>
        <a:off x="5087747" y="1496761"/>
        <a:ext cx="1441403" cy="445934"/>
      </dsp:txXfrm>
    </dsp:sp>
    <dsp:sp modelId="{059C573A-9490-48D8-8D1C-11D170FD8B98}">
      <dsp:nvSpPr>
        <dsp:cNvPr id="0" name=""/>
        <dsp:cNvSpPr/>
      </dsp:nvSpPr>
      <dsp:spPr>
        <a:xfrm>
          <a:off x="5087747" y="1998306"/>
          <a:ext cx="1441403" cy="1654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171E3-A8CE-4E98-8FAA-56E9D4B99527}">
      <dsp:nvSpPr>
        <dsp:cNvPr id="0" name=""/>
        <dsp:cNvSpPr/>
      </dsp:nvSpPr>
      <dsp:spPr>
        <a:xfrm>
          <a:off x="6781396" y="872706"/>
          <a:ext cx="504491" cy="5044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0DF94-A9F4-4A73-ACD5-54AFFFB1727B}">
      <dsp:nvSpPr>
        <dsp:cNvPr id="0" name=""/>
        <dsp:cNvSpPr/>
      </dsp:nvSpPr>
      <dsp:spPr>
        <a:xfrm>
          <a:off x="6781396" y="1496761"/>
          <a:ext cx="1441403" cy="445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References:</a:t>
          </a:r>
        </a:p>
      </dsp:txBody>
      <dsp:txXfrm>
        <a:off x="6781396" y="1496761"/>
        <a:ext cx="1441403" cy="445934"/>
      </dsp:txXfrm>
    </dsp:sp>
    <dsp:sp modelId="{F5ED5F24-E848-49C5-A32C-F5B3F81E5A98}">
      <dsp:nvSpPr>
        <dsp:cNvPr id="0" name=""/>
        <dsp:cNvSpPr/>
      </dsp:nvSpPr>
      <dsp:spPr>
        <a:xfrm>
          <a:off x="6781396" y="1998306"/>
          <a:ext cx="1441403" cy="1654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https://pandas.pydata.org/docs/getting_started/intro_tutorials/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https://pandas.pydata.org/docs/user_guide/io.html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https://realpython.com/pandas-python-explore-dataset/</a:t>
          </a:r>
        </a:p>
      </dsp:txBody>
      <dsp:txXfrm>
        <a:off x="6781396" y="1998306"/>
        <a:ext cx="1441403" cy="1654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94F7-4344-4B6D-B612-FCAC8A093FD3}">
      <dsp:nvSpPr>
        <dsp:cNvPr id="0" name=""/>
        <dsp:cNvSpPr/>
      </dsp:nvSpPr>
      <dsp:spPr>
        <a:xfrm>
          <a:off x="0" y="3886230"/>
          <a:ext cx="2057400" cy="637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References:</a:t>
          </a:r>
        </a:p>
      </dsp:txBody>
      <dsp:txXfrm>
        <a:off x="0" y="3886230"/>
        <a:ext cx="2057400" cy="637568"/>
      </dsp:txXfrm>
    </dsp:sp>
    <dsp:sp modelId="{04D8ED26-19C9-46D5-B720-9F97857FD54D}">
      <dsp:nvSpPr>
        <dsp:cNvPr id="0" name=""/>
        <dsp:cNvSpPr/>
      </dsp:nvSpPr>
      <dsp:spPr>
        <a:xfrm>
          <a:off x="2057399" y="3886230"/>
          <a:ext cx="6172200" cy="6375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139700" rIns="125201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https://docs.python.org/3/library/glob.html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https://pandas.pydata.org/docs/reference/api/pandas.read_csv.html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https://docs.python.org/3/library/os.html</a:t>
          </a:r>
        </a:p>
      </dsp:txBody>
      <dsp:txXfrm>
        <a:off x="2057399" y="3886230"/>
        <a:ext cx="6172200" cy="637568"/>
      </dsp:txXfrm>
    </dsp:sp>
    <dsp:sp modelId="{E0AA9E9D-B984-42B8-907D-48504FB284F1}">
      <dsp:nvSpPr>
        <dsp:cNvPr id="0" name=""/>
        <dsp:cNvSpPr/>
      </dsp:nvSpPr>
      <dsp:spPr>
        <a:xfrm rot="10800000">
          <a:off x="0" y="2915214"/>
          <a:ext cx="2057400" cy="63737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Store DataFrames</a:t>
          </a:r>
        </a:p>
      </dsp:txBody>
      <dsp:txXfrm rot="10800000">
        <a:off x="0" y="2915214"/>
        <a:ext cx="2057400" cy="414148"/>
      </dsp:txXfrm>
    </dsp:sp>
    <dsp:sp modelId="{79D5B083-37F9-46E3-A127-E3831846087C}">
      <dsp:nvSpPr>
        <dsp:cNvPr id="0" name=""/>
        <dsp:cNvSpPr/>
      </dsp:nvSpPr>
      <dsp:spPr>
        <a:xfrm rot="10800000">
          <a:off x="0" y="2915214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Store DataFrames</a:t>
          </a:r>
        </a:p>
      </dsp:txBody>
      <dsp:txXfrm rot="10800000">
        <a:off x="0" y="2915214"/>
        <a:ext cx="2057400" cy="414148"/>
      </dsp:txXfrm>
    </dsp:sp>
    <dsp:sp modelId="{22616608-93DB-473C-8225-F542B57C65AF}">
      <dsp:nvSpPr>
        <dsp:cNvPr id="0" name=""/>
        <dsp:cNvSpPr/>
      </dsp:nvSpPr>
      <dsp:spPr>
        <a:xfrm>
          <a:off x="2057399" y="2915214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54CBF-F23E-47CE-9862-A5DA4D15E804}">
      <dsp:nvSpPr>
        <dsp:cNvPr id="0" name=""/>
        <dsp:cNvSpPr/>
      </dsp:nvSpPr>
      <dsp:spPr>
        <a:xfrm rot="10800000">
          <a:off x="0" y="1944197"/>
          <a:ext cx="2057400" cy="63737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Read CSVs</a:t>
          </a:r>
        </a:p>
      </dsp:txBody>
      <dsp:txXfrm rot="10800000">
        <a:off x="0" y="1944197"/>
        <a:ext cx="2057400" cy="414148"/>
      </dsp:txXfrm>
    </dsp:sp>
    <dsp:sp modelId="{0218F2C7-D7E8-41CB-9072-87CCBFD33A9F}">
      <dsp:nvSpPr>
        <dsp:cNvPr id="0" name=""/>
        <dsp:cNvSpPr/>
      </dsp:nvSpPr>
      <dsp:spPr>
        <a:xfrm rot="10800000">
          <a:off x="0" y="1944197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Read CSVs</a:t>
          </a:r>
        </a:p>
      </dsp:txBody>
      <dsp:txXfrm rot="10800000">
        <a:off x="0" y="1944197"/>
        <a:ext cx="2057400" cy="414148"/>
      </dsp:txXfrm>
    </dsp:sp>
    <dsp:sp modelId="{8B726340-EC02-4C2A-AD79-B156923B75D5}">
      <dsp:nvSpPr>
        <dsp:cNvPr id="0" name=""/>
        <dsp:cNvSpPr/>
      </dsp:nvSpPr>
      <dsp:spPr>
        <a:xfrm>
          <a:off x="2057399" y="1944197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FA8FA0-E7E1-4956-B805-C1FCFD289C0E}">
      <dsp:nvSpPr>
        <dsp:cNvPr id="0" name=""/>
        <dsp:cNvSpPr/>
      </dsp:nvSpPr>
      <dsp:spPr>
        <a:xfrm rot="10800000">
          <a:off x="0" y="973180"/>
          <a:ext cx="2057400" cy="63737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Loop filenames</a:t>
          </a:r>
        </a:p>
      </dsp:txBody>
      <dsp:txXfrm rot="10800000">
        <a:off x="0" y="973180"/>
        <a:ext cx="2057400" cy="414148"/>
      </dsp:txXfrm>
    </dsp:sp>
    <dsp:sp modelId="{42FE11BF-317D-4590-BBCB-8B07CCF310B7}">
      <dsp:nvSpPr>
        <dsp:cNvPr id="0" name=""/>
        <dsp:cNvSpPr/>
      </dsp:nvSpPr>
      <dsp:spPr>
        <a:xfrm rot="10800000">
          <a:off x="0" y="973180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Loop filenames</a:t>
          </a:r>
        </a:p>
      </dsp:txBody>
      <dsp:txXfrm rot="10800000">
        <a:off x="0" y="973180"/>
        <a:ext cx="2057400" cy="414148"/>
      </dsp:txXfrm>
    </dsp:sp>
    <dsp:sp modelId="{4CC567C5-79B0-4A7B-8513-1155C942C63D}">
      <dsp:nvSpPr>
        <dsp:cNvPr id="0" name=""/>
        <dsp:cNvSpPr/>
      </dsp:nvSpPr>
      <dsp:spPr>
        <a:xfrm>
          <a:off x="2057399" y="973180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E99DC-9B93-43A5-A410-454B4B6A90AC}">
      <dsp:nvSpPr>
        <dsp:cNvPr id="0" name=""/>
        <dsp:cNvSpPr/>
      </dsp:nvSpPr>
      <dsp:spPr>
        <a:xfrm rot="10800000">
          <a:off x="0" y="2163"/>
          <a:ext cx="2057400" cy="63737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glob</a:t>
          </a:r>
        </a:p>
      </dsp:txBody>
      <dsp:txXfrm rot="10800000">
        <a:off x="0" y="2163"/>
        <a:ext cx="2057400" cy="414148"/>
      </dsp:txXfrm>
    </dsp:sp>
    <dsp:sp modelId="{A51C5B6A-54F6-4757-92D5-F03EDBDC753C}">
      <dsp:nvSpPr>
        <dsp:cNvPr id="0" name=""/>
        <dsp:cNvSpPr/>
      </dsp:nvSpPr>
      <dsp:spPr>
        <a:xfrm rot="10800000">
          <a:off x="0" y="2163"/>
          <a:ext cx="2057400" cy="980580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99568" rIns="146322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glob</a:t>
          </a:r>
        </a:p>
      </dsp:txBody>
      <dsp:txXfrm rot="10800000">
        <a:off x="0" y="2163"/>
        <a:ext cx="2057400" cy="414148"/>
      </dsp:txXfrm>
    </dsp:sp>
    <dsp:sp modelId="{FAFC9BE4-56BD-4492-9463-F04F85D9B241}">
      <dsp:nvSpPr>
        <dsp:cNvPr id="0" name=""/>
        <dsp:cNvSpPr/>
      </dsp:nvSpPr>
      <dsp:spPr>
        <a:xfrm>
          <a:off x="2057399" y="2163"/>
          <a:ext cx="6172200" cy="6373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close-up of a sign&#10;&#10;AI-generated content may be incorrect.">
            <a:extLst>
              <a:ext uri="{FF2B5EF4-FFF2-40B4-BE49-F238E27FC236}">
                <a16:creationId xmlns:a16="http://schemas.microsoft.com/office/drawing/2014/main" id="{71E27854-D13A-30EF-617B-EAC326F48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r>
              <a:rPr lang="en-US" sz="7200" dirty="0"/>
              <a:t>🎯</a:t>
            </a:r>
            <a:br>
              <a:rPr lang="en-US" sz="7200" dirty="0"/>
            </a:br>
            <a:r>
              <a:rPr lang="en-US" sz="7000" dirty="0"/>
              <a:t>Today’s Goals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F2CCEAB-5A2F-A609-914C-C41C7D9AE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43321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01D50-409C-4314-96BB-2251D008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0D552B-6832-77FA-36D1-8C93363A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2A844F-4F94-A876-DE2A-73BFE9A8E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432D8-5CE8-339B-75EF-BA1C64EF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📊  Why pandas?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B084C7A-8B2D-136F-ECE0-21E5FCB98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88B1-2983-A286-B5A0-86302909D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t>Fast, powerful data analysis toolkit</a:t>
            </a:r>
            <a:endParaRPr lang="en-US"/>
          </a:p>
          <a:p>
            <a:pPr>
              <a:lnSpc>
                <a:spcPct val="90000"/>
              </a:lnSpc>
            </a:pPr>
            <a:r>
              <a:t>Works great with CSV &amp; Excel</a:t>
            </a:r>
            <a:endParaRPr lang="en-US"/>
          </a:p>
          <a:p>
            <a:pPr>
              <a:lnSpc>
                <a:spcPct val="90000"/>
              </a:lnSpc>
            </a:pPr>
            <a:r>
              <a:t>Cleaner &amp; faster than pure Python loops</a:t>
            </a:r>
            <a:endParaRPr lang="en-US"/>
          </a:p>
          <a:p>
            <a:pPr>
              <a:lnSpc>
                <a:spcPct val="90000"/>
              </a:lnSpc>
            </a:pPr>
            <a:r>
              <a:t>Industry-standard for data tasks</a:t>
            </a:r>
            <a:endParaRPr lang="en-US"/>
          </a:p>
          <a:p>
            <a:pPr>
              <a:lnSpc>
                <a:spcPct val="90000"/>
              </a:lnSpc>
            </a:pPr>
            <a:r>
              <a:t>References:</a:t>
            </a:r>
            <a:endParaRPr lang="en-US"/>
          </a:p>
          <a:p>
            <a:pPr lvl="1">
              <a:lnSpc>
                <a:spcPct val="90000"/>
              </a:lnSpc>
              <a:defRPr sz="1000"/>
            </a:pPr>
            <a:r>
              <a:t>https://pandas.pydata.org/about/index.html</a:t>
            </a:r>
            <a:endParaRPr lang="en-US"/>
          </a:p>
          <a:p>
            <a:pPr lvl="1">
              <a:lnSpc>
                <a:spcPct val="90000"/>
              </a:lnSpc>
              <a:defRPr sz="1000"/>
            </a:pPr>
            <a:r>
              <a:t>https://pandas.pydata.org/docs/user_guide/10min.html</a:t>
            </a:r>
            <a:endParaRPr lang="en-US"/>
          </a:p>
          <a:p>
            <a:pPr lvl="1">
              <a:lnSpc>
                <a:spcPct val="90000"/>
              </a:lnSpc>
              <a:defRPr sz="1000"/>
            </a:pPr>
            <a:r>
              <a:t>https://numpy.org/doc/stable/user/whatisnumpy.html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2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📦  Virtual Environment Reminder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Keeps project dependencies isolated</a:t>
            </a:r>
          </a:p>
          <a:p>
            <a:r>
              <a:t>Prevents conflicts with system Python</a:t>
            </a:r>
          </a:p>
          <a:p>
            <a:r>
              <a:t>Packages stored per project</a:t>
            </a:r>
          </a:p>
          <a:p>
            <a:r>
              <a:t>References:</a:t>
            </a:r>
          </a:p>
          <a:p>
            <a:pPr lvl="1">
              <a:defRPr sz="1000"/>
            </a:pPr>
            <a:r>
              <a:t>https://docs.python.org/3/library/venv.html</a:t>
            </a:r>
          </a:p>
          <a:p>
            <a:pPr lvl="1">
              <a:defRPr sz="1000"/>
            </a:pPr>
            <a:r>
              <a:t>https://realpython.com/python-virtual-environments-a-primer/</a:t>
            </a:r>
          </a:p>
          <a:p>
            <a:pPr lvl="1">
              <a:defRPr sz="1000"/>
            </a:pPr>
            <a:r>
              <a:t>https://packaging.python.org/en/latest/guides/installing-using-pip-and-virtual-environments/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📦  Activating Your venv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python -m venv venv</a:t>
            </a:r>
          </a:p>
          <a:p>
            <a:r>
              <a:t>Activate venv</a:t>
            </a:r>
          </a:p>
          <a:p>
            <a:r>
              <a:t>Install pandas &amp; Jupyter</a:t>
            </a:r>
          </a:p>
          <a:p>
            <a:r>
              <a:t>Verify with pip list</a:t>
            </a:r>
          </a:p>
          <a:p>
            <a:r>
              <a:t>References:</a:t>
            </a:r>
          </a:p>
          <a:p>
            <a:pPr lvl="1">
              <a:defRPr sz="1000"/>
            </a:pPr>
            <a:r>
              <a:t>https://docs.python.org/3/library/venv.html#creating-virtual-environments</a:t>
            </a:r>
          </a:p>
          <a:p>
            <a:pPr lvl="1">
              <a:defRPr sz="1000"/>
            </a:pPr>
            <a:r>
              <a:t>https://code.visualstudio.com/docs/python/environments</a:t>
            </a:r>
          </a:p>
          <a:p>
            <a:pPr lvl="1">
              <a:defRPr sz="1000"/>
            </a:pPr>
            <a:r>
              <a:t>https://pip.pypa.io/en/stable/installation/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2400300"/>
            <a:ext cx="2057400" cy="20574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r>
              <a:rPr lang="en-US" sz="1950">
                <a:solidFill>
                  <a:srgbClr val="FFFFFF"/>
                </a:solidFill>
              </a:rPr>
              <a:t>📊  Installing pandas &amp; Jupyter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C47A3D-D409-D9FB-D2F5-FE1CA9D584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503742"/>
              </p:ext>
            </p:extLst>
          </p:nvPr>
        </p:nvGraphicFramePr>
        <p:xfrm>
          <a:off x="2628900" y="1251009"/>
          <a:ext cx="7042416" cy="4355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📓  Jupyter Notebooks in VS Code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Install Python + Jupyter extensions</a:t>
            </a:r>
          </a:p>
          <a:p>
            <a:r>
              <a:t>Create .ipynb file</a:t>
            </a:r>
          </a:p>
          <a:p>
            <a:r>
              <a:t>Select venv kernel</a:t>
            </a:r>
          </a:p>
          <a:p>
            <a:r>
              <a:t>Great for data exploration</a:t>
            </a:r>
          </a:p>
          <a:p>
            <a:r>
              <a:t>References:</a:t>
            </a:r>
          </a:p>
          <a:p>
            <a:pPr lvl="1">
              <a:defRPr sz="1000"/>
            </a:pPr>
            <a:r>
              <a:t>https://code.visualstudio.com/docs/datascience/jupyter-notebooks</a:t>
            </a:r>
          </a:p>
          <a:p>
            <a:pPr lvl="1">
              <a:defRPr sz="1000"/>
            </a:pPr>
            <a:r>
              <a:t>https://code.visualstudio.com/docs/python/python-tutorial</a:t>
            </a:r>
          </a:p>
          <a:p>
            <a:pPr lvl="1">
              <a:defRPr sz="1000"/>
            </a:pPr>
            <a:r>
              <a:t>https://marketplace.visualstudio.com/items?itemName=ms-toolsai.jupyter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📓  Notebook Basics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Run code in cells</a:t>
            </a:r>
          </a:p>
          <a:p>
            <a:r>
              <a:rPr lang="en-US" sz="1900"/>
              <a:t>Outputs appear below code</a:t>
            </a:r>
          </a:p>
          <a:p>
            <a:r>
              <a:rPr lang="en-US" sz="1900"/>
              <a:t>Use Markdown cells for notes</a:t>
            </a:r>
          </a:p>
          <a:p>
            <a:r>
              <a:rPr lang="en-US" sz="1900"/>
              <a:t>Restart kernel clears variables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https://jupyter-notebook.readthedocs.io/en/stable/notebook.html</a:t>
            </a:r>
          </a:p>
          <a:p>
            <a:pPr lvl="1">
              <a:defRPr sz="1000"/>
            </a:pPr>
            <a:r>
              <a:rPr lang="en-US" sz="1900"/>
              <a:t>https://docs.jupyter.org/en/latest/</a:t>
            </a:r>
          </a:p>
          <a:p>
            <a:pPr lvl="1">
              <a:defRPr sz="1000"/>
            </a:pPr>
            <a:r>
              <a:rPr lang="en-US" sz="1900"/>
              <a:t>https://ipython.readthedocs.io/en/stable/interactive/htmlnotebook.html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📊  Introducing pandas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import pandas as pd</a:t>
            </a:r>
          </a:p>
          <a:p>
            <a:r>
              <a:rPr lang="en-US" sz="1900"/>
              <a:t>Series and DataFrame</a:t>
            </a:r>
          </a:p>
          <a:p>
            <a:r>
              <a:rPr lang="en-US" sz="1900"/>
              <a:t>DataFrame = table-like structure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https://pandas.pydata.org/docs/getting_started/intro_tutorials/01_table_oriented.html</a:t>
            </a:r>
          </a:p>
          <a:p>
            <a:pPr lvl="1">
              <a:defRPr sz="1000"/>
            </a:pPr>
            <a:r>
              <a:rPr lang="en-US" sz="1900"/>
              <a:t>https://pandas.pydata.org/docs/user_guide/dsintro.html</a:t>
            </a:r>
          </a:p>
          <a:p>
            <a:pPr lvl="1">
              <a:defRPr sz="1000"/>
            </a:pPr>
            <a:r>
              <a:rPr lang="en-US" sz="1900"/>
              <a:t>https://realpython.com/pandas-python-explore-dataset/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📊  Why DataFrames Are Powerful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Labeled rows &amp; columns</a:t>
            </a:r>
          </a:p>
          <a:p>
            <a:r>
              <a:rPr lang="en-US" sz="1900"/>
              <a:t>Handles multiple data types</a:t>
            </a:r>
          </a:p>
          <a:p>
            <a:r>
              <a:rPr lang="en-US" sz="1900"/>
              <a:t>Vectorized operations</a:t>
            </a:r>
          </a:p>
          <a:p>
            <a:r>
              <a:rPr lang="en-US" sz="1900"/>
              <a:t>Easy filtering/joining/grouping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https://pandas.pydata.org/docs/user_guide/dsintro.html#dataframe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</a:t>
            </a:r>
          </a:p>
          <a:p>
            <a:pPr lvl="1">
              <a:defRPr sz="1000"/>
            </a:pPr>
            <a:r>
              <a:rPr lang="en-US" sz="1900"/>
              <a:t>https://pandas.pydata.org/docs/user_guide/10min.html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📊  Pandas Data Model &amp; NumPy Foundation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Columns are NumPy ndarrays</a:t>
            </a:r>
          </a:p>
          <a:p>
            <a:r>
              <a:rPr lang="en-US" sz="1900"/>
              <a:t>Each column has strict dtype</a:t>
            </a:r>
          </a:p>
          <a:p>
            <a:r>
              <a:rPr lang="en-US" sz="1900"/>
              <a:t>NumPy provides speed</a:t>
            </a:r>
          </a:p>
          <a:p>
            <a:r>
              <a:rPr lang="en-US" sz="1900"/>
              <a:t>pandas adds labels + ops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https://pandas.pydata.org/docs/user_guide/basics.html#dtypes</a:t>
            </a:r>
          </a:p>
          <a:p>
            <a:pPr lvl="1">
              <a:defRPr sz="1000"/>
            </a:pPr>
            <a:r>
              <a:rPr lang="en-US" sz="1900"/>
              <a:t>https://numpy.org/doc/stable/reference/arrays.ndarray.html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https://pandas.pydata.org/docs/user_guide/basics.html#numpy-interop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📄  Reading CSV Files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pd.read_csv</a:t>
            </a:r>
          </a:p>
          <a:p>
            <a:r>
              <a:rPr lang="en-US" sz="1900"/>
              <a:t>Preview with head()</a:t>
            </a:r>
          </a:p>
          <a:p>
            <a:r>
              <a:rPr lang="en-US" sz="1900"/>
              <a:t>Inspect with info()</a:t>
            </a:r>
          </a:p>
          <a:p>
            <a:r>
              <a:rPr lang="en-US" sz="1900"/>
              <a:t>Type detection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https://pandas.pydata.org/docs/reference/api/pandas.read_csv.html</a:t>
            </a:r>
          </a:p>
          <a:p>
            <a:pPr lvl="1">
              <a:defRPr sz="1000"/>
            </a:pPr>
            <a:r>
              <a:rPr lang="en-US" sz="1900"/>
              <a:t>https://pandas.pydata.org/docs/user_guide/io.html#csv-text-files</a:t>
            </a:r>
          </a:p>
          <a:p>
            <a:pPr lvl="1">
              <a:defRPr sz="1000"/>
            </a:pPr>
            <a:r>
              <a:rPr lang="en-US" sz="1900"/>
              <a:t>https://realpython.com/python-csv/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📊  Reading Excel Files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pd.read_excel</a:t>
            </a:r>
          </a:p>
          <a:p>
            <a:r>
              <a:rPr lang="en-US" sz="1900"/>
              <a:t>Supports multiple sheets</a:t>
            </a:r>
          </a:p>
          <a:p>
            <a:r>
              <a:rPr lang="en-US" sz="1900"/>
              <a:t>Handles missing values</a:t>
            </a:r>
          </a:p>
          <a:p>
            <a:r>
              <a:rPr lang="en-US" sz="1900"/>
              <a:t>Preview first rows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https://pandas.pydata.org/docs/reference/api/pandas.read_excel.html</a:t>
            </a:r>
          </a:p>
          <a:p>
            <a:pPr lvl="1">
              <a:defRPr sz="1000"/>
            </a:pPr>
            <a:r>
              <a:rPr lang="en-US" sz="1900"/>
              <a:t>https://pandas.pydata.org/docs/user_guide/io.html#excel-files</a:t>
            </a:r>
          </a:p>
          <a:p>
            <a:pPr lvl="1">
              <a:defRPr sz="1000"/>
            </a:pPr>
            <a:r>
              <a:rPr lang="en-US" sz="1900"/>
              <a:t>https://openpyxl.readthedocs.io/en/stable/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📊  Viewing Data Efficiently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head(), tail()</a:t>
            </a:r>
          </a:p>
          <a:p>
            <a:r>
              <a:rPr lang="en-US" sz="1900"/>
              <a:t>describe() for numerics</a:t>
            </a:r>
          </a:p>
          <a:p>
            <a:r>
              <a:rPr lang="en-US" sz="1900"/>
              <a:t>shape for dims</a:t>
            </a:r>
          </a:p>
          <a:p>
            <a:r>
              <a:rPr lang="en-US" sz="1900"/>
              <a:t>columns to inspect names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https://pandas.pydata.org/docs/reference/api/pandas.DataFrame.info.html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https://pandas.pydata.org/docs/reference/api/pandas.DataFrame.describe.html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📊  Selecting Data (Rows &amp; Columns)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df['col']</a:t>
            </a:r>
          </a:p>
          <a:p>
            <a:r>
              <a:rPr lang="en-US" sz="1900"/>
              <a:t>df[['a','b']]</a:t>
            </a:r>
          </a:p>
          <a:p>
            <a:r>
              <a:rPr lang="en-US" sz="1900"/>
              <a:t>Boolean filtering</a:t>
            </a:r>
          </a:p>
          <a:p>
            <a:r>
              <a:rPr lang="en-US" sz="1900"/>
              <a:t>loc and iloc basics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https://pandas.pydata.org/docs/user_guide/indexing.html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https://pandas.pydata.org/docs/reference/api/pandas.DataFrame.loc.html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https://pandas.pydata.org/docs/reference/api/pandas.DataFrame.iloc.html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3600"/>
              <a:t>📊  Cleaning &amp; Transforming Data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Rename columns</a:t>
            </a:r>
          </a:p>
          <a:p>
            <a:r>
              <a:rPr lang="en-US" sz="1900"/>
              <a:t>Create new columns</a:t>
            </a:r>
          </a:p>
          <a:p>
            <a:r>
              <a:rPr lang="en-US" sz="1900"/>
              <a:t>Convert types</a:t>
            </a:r>
          </a:p>
          <a:p>
            <a:r>
              <a:rPr lang="en-US" sz="1900"/>
              <a:t>Handle missing data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</a:t>
            </a:r>
          </a:p>
          <a:p>
            <a:pPr lvl="1">
              <a:defRPr sz="1000"/>
            </a:pPr>
            <a:r>
              <a:rPr lang="en-US" sz="1900"/>
              <a:t>https://pandas.pydata.org/docs/user_guide/reshaping.html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https://pandas.pydata.org/docs/reference/api/pandas.DataFrame.fillna.html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📊  Sorting &amp; Filtering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sort_values</a:t>
            </a:r>
          </a:p>
          <a:p>
            <a:r>
              <a:rPr lang="en-US" sz="1900"/>
              <a:t>Logical conditions</a:t>
            </a:r>
          </a:p>
          <a:p>
            <a:r>
              <a:rPr lang="en-US" sz="1900"/>
              <a:t>Combine filters with &amp; and |</a:t>
            </a:r>
          </a:p>
          <a:p>
            <a:r>
              <a:rPr lang="en-US" sz="1900"/>
              <a:t>Filter examples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https://pandas.pydata.org/docs/reference/api/pandas.DataFrame.sort_values.html</a:t>
            </a:r>
          </a:p>
          <a:p>
            <a:pPr lvl="1">
              <a:defRPr sz="1000"/>
            </a:pPr>
            <a:r>
              <a:rPr lang="en-US" sz="1900"/>
              <a:t>https://pandas.pydata.org/docs/user_guide/indexing.html#boolean-indexing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https://pandas.pydata.org/docs/user_guide/basics.html#basics-filtering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/>
              <a:t>📊  Saving CSV &amp; Excel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to_csv</a:t>
            </a:r>
          </a:p>
          <a:p>
            <a:r>
              <a:rPr lang="en-US" sz="1900"/>
              <a:t>to_excel</a:t>
            </a:r>
          </a:p>
          <a:p>
            <a:r>
              <a:rPr lang="en-US" sz="1900"/>
              <a:t>Multi-sheet support</a:t>
            </a:r>
          </a:p>
          <a:p>
            <a:r>
              <a:rPr lang="en-US" sz="1900"/>
              <a:t>Avoid path mistakes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https://pandas.pydata.org/docs/reference/api/pandas.DataFrame.to_csv.html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https://pandas.pydata.org/docs/reference/api/pandas.DataFrame.to_excel.html</a:t>
            </a:r>
          </a:p>
          <a:p>
            <a:pPr lvl="1">
              <a:defRPr sz="1000"/>
            </a:pPr>
            <a:r>
              <a:rPr lang="en-US" sz="1900"/>
              <a:t>https://pandas.pydata.org/docs/user_guide/io.html#excel-writer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🔗  Introducing Python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Unordered unique collection</a:t>
            </a:r>
          </a:p>
          <a:p>
            <a:r>
              <a:rPr lang="en-US" sz="1600">
                <a:solidFill>
                  <a:schemeClr val="tx2"/>
                </a:solidFill>
              </a:rPr>
              <a:t>Fast membership test</a:t>
            </a:r>
          </a:p>
          <a:p>
            <a:r>
              <a:rPr lang="en-US" sz="1600">
                <a:solidFill>
                  <a:schemeClr val="tx2"/>
                </a:solidFill>
              </a:rPr>
              <a:t>Use {} or set()</a:t>
            </a:r>
          </a:p>
          <a:p>
            <a:r>
              <a:rPr lang="en-US" sz="1600">
                <a:solidFill>
                  <a:schemeClr val="tx2"/>
                </a:solidFill>
              </a:rPr>
              <a:t>References: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https://docs.python.org/3/library/stdtypes.html#set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https://realpython.com/python-sets/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https://docs.python.org/3/tutorial/datastructures.html#sets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🔗 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union</a:t>
            </a:r>
          </a:p>
          <a:p>
            <a:r>
              <a:rPr lang="en-US" sz="1600">
                <a:solidFill>
                  <a:schemeClr val="tx2"/>
                </a:solidFill>
              </a:rPr>
              <a:t>intersection</a:t>
            </a:r>
          </a:p>
          <a:p>
            <a:r>
              <a:rPr lang="en-US" sz="1600">
                <a:solidFill>
                  <a:schemeClr val="tx2"/>
                </a:solidFill>
              </a:rPr>
              <a:t>difference</a:t>
            </a:r>
          </a:p>
          <a:p>
            <a:r>
              <a:rPr lang="en-US" sz="1600">
                <a:solidFill>
                  <a:schemeClr val="tx2"/>
                </a:solidFill>
              </a:rPr>
              <a:t>Find new/missing values</a:t>
            </a:r>
          </a:p>
          <a:p>
            <a:r>
              <a:rPr lang="en-US" sz="1600">
                <a:solidFill>
                  <a:schemeClr val="tx2"/>
                </a:solidFill>
              </a:rPr>
              <a:t>References: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https://docs.python.org/3/library/stdtypes.html#set-types-set-frozenset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https://realpython.com/python-sets/#set-operations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https://docs.python.org/3/howto/functional.html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🔗  Using Sets with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set(df['col'])</a:t>
            </a:r>
          </a:p>
          <a:p>
            <a:r>
              <a:rPr lang="en-US" sz="1600">
                <a:solidFill>
                  <a:schemeClr val="tx2"/>
                </a:solidFill>
              </a:rPr>
              <a:t>Compare across files</a:t>
            </a:r>
          </a:p>
          <a:p>
            <a:r>
              <a:rPr lang="en-US" sz="1600">
                <a:solidFill>
                  <a:schemeClr val="tx2"/>
                </a:solidFill>
              </a:rPr>
              <a:t>Detect mismatches</a:t>
            </a:r>
          </a:p>
          <a:p>
            <a:r>
              <a:rPr lang="en-US" sz="1600">
                <a:solidFill>
                  <a:schemeClr val="tx2"/>
                </a:solidFill>
              </a:rPr>
              <a:t>Check consistency</a:t>
            </a:r>
          </a:p>
          <a:p>
            <a:r>
              <a:rPr lang="en-US" sz="1600">
                <a:solidFill>
                  <a:schemeClr val="tx2"/>
                </a:solidFill>
              </a:rPr>
              <a:t>References: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https://pandas.pydata.org/docs/user_guide/basics.html#basics-duplicate-values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https://pandas.pydata.org/docs/reference/api/pandas.Series.unique.html</a:t>
            </a:r>
          </a:p>
          <a:p>
            <a:pPr lvl="1">
              <a:defRPr sz="1000"/>
            </a:pPr>
            <a:r>
              <a:rPr lang="en-US" sz="1600">
                <a:solidFill>
                  <a:schemeClr val="tx2"/>
                </a:solidFill>
              </a:rPr>
              <a:t>https://pandas.pydata.org/docs/reference/api/pandas.Index.isin.html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⚙️  Automation Workflow —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76B4B2-63FA-911E-13BC-2E27694BFA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⚙️  Automation Step 1 — Load Many Files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C6B8CB-DC7F-0C4D-F34A-FAC8167AF8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⚙️  Automation Step 2 — Merge All Data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pd.concat</a:t>
            </a:r>
          </a:p>
          <a:p>
            <a:r>
              <a:rPr lang="en-US" sz="1900"/>
              <a:t>Verify row counts</a:t>
            </a:r>
          </a:p>
          <a:p>
            <a:r>
              <a:rPr lang="en-US" sz="1900"/>
              <a:t>Clean column names</a:t>
            </a:r>
          </a:p>
          <a:p>
            <a:r>
              <a:rPr lang="en-US" sz="1900"/>
              <a:t>Drop duplicates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https://pandas.pydata.org/docs/reference/api/pandas.concat.html</a:t>
            </a:r>
          </a:p>
          <a:p>
            <a:pPr lvl="1">
              <a:defRPr sz="1000"/>
            </a:pPr>
            <a:r>
              <a:rPr lang="en-US" sz="1900"/>
              <a:t>https://pandas.pydata.org/docs/user_guide/merging.html</a:t>
            </a:r>
          </a:p>
          <a:p>
            <a:pPr lvl="1">
              <a:defRPr sz="1000"/>
            </a:pPr>
            <a:r>
              <a:rPr lang="en-US" sz="1900"/>
              <a:t>https://pandas.pydata.org/docs/user_guide/basics.html#basics-reindexing-and-alignment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⚙️  Automation Step 3 — Aggregate Data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r>
              <a:rPr lang="en-US" sz="1900"/>
              <a:t>groupby for summaries</a:t>
            </a:r>
          </a:p>
          <a:p>
            <a:r>
              <a:rPr lang="en-US" sz="1900"/>
              <a:t>Average per course</a:t>
            </a:r>
          </a:p>
          <a:p>
            <a:r>
              <a:rPr lang="en-US" sz="1900"/>
              <a:t>Counts per group</a:t>
            </a:r>
          </a:p>
          <a:p>
            <a:r>
              <a:rPr lang="en-US" sz="1900"/>
              <a:t>Use sets for unique IDs</a:t>
            </a:r>
          </a:p>
          <a:p>
            <a:r>
              <a:rPr lang="en-US" sz="1900"/>
              <a:t>References:</a:t>
            </a:r>
          </a:p>
          <a:p>
            <a:pPr lvl="1">
              <a:defRPr sz="1000"/>
            </a:pPr>
            <a:r>
              <a:rPr lang="en-US" sz="1900"/>
              <a:t>https://pandas.pydata.org/docs/reference/api/pandas.DataFrame.groupby.html</a:t>
            </a:r>
          </a:p>
          <a:p>
            <a:pPr lvl="1">
              <a:defRPr sz="1000"/>
            </a:pPr>
            <a:r>
              <a:rPr lang="en-US" sz="1900"/>
              <a:t>https://pandas.pydata.org/docs/user_guide/groupby.html</a:t>
            </a:r>
          </a:p>
          <a:p>
            <a:pPr lvl="1">
              <a:defRPr sz="1000"/>
            </a:pPr>
            <a:r>
              <a:rPr lang="en-US" sz="1900"/>
              <a:t>https://pandas.pydata.org/docs/reference/api/pandas.core.groupby.DataFrameGroupBy.agg.html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📊  Automation Step 4 — Export Final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Save merged data</a:t>
            </a:r>
          </a:p>
          <a:p>
            <a:r>
              <a:t>Save summaries</a:t>
            </a:r>
          </a:p>
          <a:p>
            <a:r>
              <a:t>Multi-sheet Excel</a:t>
            </a:r>
          </a:p>
          <a:p>
            <a:r>
              <a:t>Check paths</a:t>
            </a:r>
          </a:p>
          <a:p>
            <a:r>
              <a:t>References:</a:t>
            </a:r>
          </a:p>
          <a:p>
            <a:pPr lvl="1">
              <a:defRPr sz="1000"/>
            </a:pPr>
            <a:r>
              <a:t>https://pandas.pydata.org/docs/user_guide/io.html#excel-files</a:t>
            </a:r>
          </a:p>
          <a:p>
            <a:pPr lvl="1">
              <a:defRPr sz="1000"/>
            </a:pPr>
            <a:r>
              <a:t>https://pandas.pydata.org/docs/reference/api/pandas.ExcelWriter.html</a:t>
            </a:r>
          </a:p>
          <a:p>
            <a:pPr lvl="1">
              <a:defRPr sz="1000"/>
            </a:pPr>
            <a:r>
              <a:t>https://pandas.pydata.org/docs/reference/api/pandas.DataFrame.to_excel.html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💡  Wrap-Up — What You Learned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dirty="0"/>
              <a:t>pandas basics</a:t>
            </a:r>
          </a:p>
          <a:p>
            <a:r>
              <a:rPr dirty="0" err="1"/>
              <a:t>Jupyter</a:t>
            </a:r>
            <a:r>
              <a:rPr dirty="0"/>
              <a:t> workflows</a:t>
            </a:r>
          </a:p>
          <a:p>
            <a:r>
              <a:rPr dirty="0"/>
              <a:t>Sets for comparisons</a:t>
            </a:r>
          </a:p>
          <a:p>
            <a:r>
              <a:rPr dirty="0"/>
              <a:t>Automation pipeline</a:t>
            </a:r>
          </a:p>
          <a:p>
            <a:r>
              <a:rPr dirty="0"/>
              <a:t>References:</a:t>
            </a:r>
          </a:p>
          <a:p>
            <a:pPr lvl="1">
              <a:defRPr sz="1000"/>
            </a:pPr>
            <a:r>
              <a:rPr dirty="0"/>
              <a:t>https://pandas.pydata.org/docs/getting_started/intro_tutorials/</a:t>
            </a:r>
          </a:p>
          <a:p>
            <a:pPr lvl="1">
              <a:defRPr sz="1000"/>
            </a:pPr>
            <a:r>
              <a:rPr dirty="0"/>
              <a:t>https://jupyter.org/documentation</a:t>
            </a:r>
          </a:p>
          <a:p>
            <a:pPr lvl="1">
              <a:defRPr sz="1000"/>
            </a:pPr>
            <a:r>
              <a:rPr dirty="0"/>
              <a:t>https://docs.python.org/3/library/stdtypes.html#set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1791</Words>
  <Application>Microsoft Office PowerPoint</Application>
  <PresentationFormat>On-screen Show (4:3)</PresentationFormat>
  <Paragraphs>248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🎯 Today’s Goals</vt:lpstr>
      <vt:lpstr>📊  Why pandas?</vt:lpstr>
      <vt:lpstr>📦  Virtual Environment Reminder</vt:lpstr>
      <vt:lpstr>📦  Activating Your venv</vt:lpstr>
      <vt:lpstr>📊  Installing pandas &amp; Jupyter</vt:lpstr>
      <vt:lpstr>📓  Jupyter Notebooks in VS Code</vt:lpstr>
      <vt:lpstr>📓  Notebook Basics</vt:lpstr>
      <vt:lpstr>📊  Introducing pandas</vt:lpstr>
      <vt:lpstr>📊  Why DataFrames Are Powerful</vt:lpstr>
      <vt:lpstr>📊  Pandas Data Model &amp; NumPy Foundation</vt:lpstr>
      <vt:lpstr>📄  Reading CSV Files</vt:lpstr>
      <vt:lpstr>📊  Reading Excel Files</vt:lpstr>
      <vt:lpstr>📊  Viewing Data Efficiently</vt:lpstr>
      <vt:lpstr>📊  Selecting Data (Rows &amp; Columns)</vt:lpstr>
      <vt:lpstr>📊  Cleaning &amp; Transforming Data</vt:lpstr>
      <vt:lpstr>📊  Sorting &amp; Filtering</vt:lpstr>
      <vt:lpstr>📊  Saving CSV &amp; Excel</vt:lpstr>
      <vt:lpstr>🔗  Introducing Python Sets</vt:lpstr>
      <vt:lpstr>🔗  Set Operations</vt:lpstr>
      <vt:lpstr>🔗  Using Sets with pandas</vt:lpstr>
      <vt:lpstr>⚙️  Automation Workflow — Overview</vt:lpstr>
      <vt:lpstr>⚙️  Automation Step 1 — Load Many Files</vt:lpstr>
      <vt:lpstr>⚙️  Automation Step 2 — Merge All Data</vt:lpstr>
      <vt:lpstr>⚙️  Automation Step 3 — Aggregate Data</vt:lpstr>
      <vt:lpstr>📊  Automation Step 4 — Export Final Output</vt:lpstr>
      <vt:lpstr>💡  Wrap-Up — What You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Valdis Saulespurēns</cp:lastModifiedBy>
  <cp:revision>5</cp:revision>
  <dcterms:created xsi:type="dcterms:W3CDTF">2013-01-27T09:14:16Z</dcterms:created>
  <dcterms:modified xsi:type="dcterms:W3CDTF">2025-11-30T19:04:43Z</dcterms:modified>
  <cp:category/>
</cp:coreProperties>
</file>